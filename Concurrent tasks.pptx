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314" r:id="rId5"/>
    <p:sldId id="315" r:id="rId6"/>
    <p:sldId id="316" r:id="rId7"/>
    <p:sldId id="318" r:id="rId8"/>
    <p:sldId id="326" r:id="rId9"/>
    <p:sldId id="336" r:id="rId10"/>
    <p:sldId id="337" r:id="rId11"/>
    <p:sldId id="338" r:id="rId12"/>
    <p:sldId id="339" r:id="rId13"/>
    <p:sldId id="319" r:id="rId14"/>
    <p:sldId id="328" r:id="rId15"/>
    <p:sldId id="320" r:id="rId16"/>
    <p:sldId id="327" r:id="rId17"/>
    <p:sldId id="329" r:id="rId18"/>
    <p:sldId id="330" r:id="rId19"/>
    <p:sldId id="332" r:id="rId20"/>
    <p:sldId id="333" r:id="rId21"/>
    <p:sldId id="334" r:id="rId22"/>
    <p:sldId id="335" r:id="rId23"/>
    <p:sldId id="323" r:id="rId24"/>
    <p:sldId id="324" r:id="rId25"/>
    <p:sldId id="30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5388" autoAdjust="0"/>
  </p:normalViewPr>
  <p:slideViewPr>
    <p:cSldViewPr snapToGrid="0">
      <p:cViewPr varScale="1">
        <p:scale>
          <a:sx n="101" d="100"/>
          <a:sy n="101" d="100"/>
        </p:scale>
        <p:origin x="66" y="10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3DB9D7-A7B7-4D93-804B-DE319DCCBFAB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13C0034-6E3B-4DD1-8117-3269E3AA7E35}">
      <dgm:prSet/>
      <dgm:spPr/>
      <dgm:t>
        <a:bodyPr/>
        <a:lstStyle/>
        <a:p>
          <a:r>
            <a:rPr lang="en-US" b="0" i="0" baseline="0"/>
            <a:t>Concurrency → handles many tasks efficiently</a:t>
          </a:r>
          <a:endParaRPr lang="en-US"/>
        </a:p>
      </dgm:t>
    </dgm:pt>
    <dgm:pt modelId="{42D5A1BC-C5D1-44AB-998D-517AABB74DCC}" type="parTrans" cxnId="{4FE5D635-180A-49D5-BE1A-AED6D5B62A19}">
      <dgm:prSet/>
      <dgm:spPr/>
      <dgm:t>
        <a:bodyPr/>
        <a:lstStyle/>
        <a:p>
          <a:endParaRPr lang="en-US"/>
        </a:p>
      </dgm:t>
    </dgm:pt>
    <dgm:pt modelId="{8CC3BB61-A308-442B-8B27-433044C5D1D0}" type="sibTrans" cxnId="{4FE5D635-180A-49D5-BE1A-AED6D5B62A19}">
      <dgm:prSet/>
      <dgm:spPr/>
      <dgm:t>
        <a:bodyPr/>
        <a:lstStyle/>
        <a:p>
          <a:endParaRPr lang="en-US"/>
        </a:p>
      </dgm:t>
    </dgm:pt>
    <dgm:pt modelId="{DB76A921-4DCA-44D0-8477-71B385023614}">
      <dgm:prSet/>
      <dgm:spPr/>
      <dgm:t>
        <a:bodyPr/>
        <a:lstStyle/>
        <a:p>
          <a:r>
            <a:rPr lang="en-US" b="0" i="0" baseline="0"/>
            <a:t>Parallelism → executes many tasks simultaneously</a:t>
          </a:r>
          <a:endParaRPr lang="en-US"/>
        </a:p>
      </dgm:t>
    </dgm:pt>
    <dgm:pt modelId="{B9118451-D66C-4DE2-B5CF-C1A2BD6CF0BC}" type="parTrans" cxnId="{6D844244-C842-4BB5-97EC-CF7B2BC8C935}">
      <dgm:prSet/>
      <dgm:spPr/>
      <dgm:t>
        <a:bodyPr/>
        <a:lstStyle/>
        <a:p>
          <a:endParaRPr lang="en-US"/>
        </a:p>
      </dgm:t>
    </dgm:pt>
    <dgm:pt modelId="{B408B6A3-E428-475E-B358-04B8012EA3CB}" type="sibTrans" cxnId="{6D844244-C842-4BB5-97EC-CF7B2BC8C935}">
      <dgm:prSet/>
      <dgm:spPr/>
      <dgm:t>
        <a:bodyPr/>
        <a:lstStyle/>
        <a:p>
          <a:endParaRPr lang="en-US"/>
        </a:p>
      </dgm:t>
    </dgm:pt>
    <dgm:pt modelId="{52B98F0D-8BA8-4E54-A4C8-D67AAE51463F}">
      <dgm:prSet/>
      <dgm:spPr/>
      <dgm:t>
        <a:bodyPr/>
        <a:lstStyle/>
        <a:p>
          <a:r>
            <a:rPr lang="en-US" b="0" i="0" baseline="0"/>
            <a:t>Both improve system performance and scalability</a:t>
          </a:r>
          <a:endParaRPr lang="en-US"/>
        </a:p>
      </dgm:t>
    </dgm:pt>
    <dgm:pt modelId="{9D80FBFF-653D-41A3-925A-466978D795E9}" type="parTrans" cxnId="{CA50AA64-3A55-4BA9-8721-47A90260D798}">
      <dgm:prSet/>
      <dgm:spPr/>
      <dgm:t>
        <a:bodyPr/>
        <a:lstStyle/>
        <a:p>
          <a:endParaRPr lang="en-US"/>
        </a:p>
      </dgm:t>
    </dgm:pt>
    <dgm:pt modelId="{24CE2EF1-BB7F-4E4D-8608-A869EB3941E7}" type="sibTrans" cxnId="{CA50AA64-3A55-4BA9-8721-47A90260D798}">
      <dgm:prSet/>
      <dgm:spPr/>
      <dgm:t>
        <a:bodyPr/>
        <a:lstStyle/>
        <a:p>
          <a:endParaRPr lang="en-US"/>
        </a:p>
      </dgm:t>
    </dgm:pt>
    <dgm:pt modelId="{C3DEEC8D-CB12-4385-B81C-FEED1D8B1B87}">
      <dgm:prSet/>
      <dgm:spPr/>
      <dgm:t>
        <a:bodyPr/>
        <a:lstStyle/>
        <a:p>
          <a:r>
            <a:rPr lang="en-US" b="0" i="0" baseline="0"/>
            <a:t>Together, they build responsive and powerful software</a:t>
          </a:r>
          <a:endParaRPr lang="en-US"/>
        </a:p>
      </dgm:t>
    </dgm:pt>
    <dgm:pt modelId="{A2432901-A01F-4B8F-9663-2C3C161FEC25}" type="parTrans" cxnId="{2710D6C4-A38C-4BC5-AC92-8E114CE584BF}">
      <dgm:prSet/>
      <dgm:spPr/>
      <dgm:t>
        <a:bodyPr/>
        <a:lstStyle/>
        <a:p>
          <a:endParaRPr lang="en-US"/>
        </a:p>
      </dgm:t>
    </dgm:pt>
    <dgm:pt modelId="{E3C11854-6149-4E11-806C-8CED3F1D82CA}" type="sibTrans" cxnId="{2710D6C4-A38C-4BC5-AC92-8E114CE584BF}">
      <dgm:prSet/>
      <dgm:spPr/>
      <dgm:t>
        <a:bodyPr/>
        <a:lstStyle/>
        <a:p>
          <a:endParaRPr lang="en-US"/>
        </a:p>
      </dgm:t>
    </dgm:pt>
    <dgm:pt modelId="{9B0CE846-A113-4357-BB9C-F73EBC9BF325}" type="pres">
      <dgm:prSet presAssocID="{2D3DB9D7-A7B7-4D93-804B-DE319DCCBFAB}" presName="outerComposite" presStyleCnt="0">
        <dgm:presLayoutVars>
          <dgm:chMax val="5"/>
          <dgm:dir/>
          <dgm:resizeHandles val="exact"/>
        </dgm:presLayoutVars>
      </dgm:prSet>
      <dgm:spPr/>
    </dgm:pt>
    <dgm:pt modelId="{7C1FA669-9A6C-408D-988A-D8820EDE419E}" type="pres">
      <dgm:prSet presAssocID="{2D3DB9D7-A7B7-4D93-804B-DE319DCCBFAB}" presName="dummyMaxCanvas" presStyleCnt="0">
        <dgm:presLayoutVars/>
      </dgm:prSet>
      <dgm:spPr/>
    </dgm:pt>
    <dgm:pt modelId="{27F8E3DC-045F-4299-A0DE-502077878C5B}" type="pres">
      <dgm:prSet presAssocID="{2D3DB9D7-A7B7-4D93-804B-DE319DCCBFAB}" presName="FourNodes_1" presStyleLbl="node1" presStyleIdx="0" presStyleCnt="4">
        <dgm:presLayoutVars>
          <dgm:bulletEnabled val="1"/>
        </dgm:presLayoutVars>
      </dgm:prSet>
      <dgm:spPr/>
    </dgm:pt>
    <dgm:pt modelId="{E4CA7F5B-0827-4E7F-8C51-0EBBC05EB9CD}" type="pres">
      <dgm:prSet presAssocID="{2D3DB9D7-A7B7-4D93-804B-DE319DCCBFAB}" presName="FourNodes_2" presStyleLbl="node1" presStyleIdx="1" presStyleCnt="4">
        <dgm:presLayoutVars>
          <dgm:bulletEnabled val="1"/>
        </dgm:presLayoutVars>
      </dgm:prSet>
      <dgm:spPr/>
    </dgm:pt>
    <dgm:pt modelId="{624B9758-A191-4682-9B94-4AB11785C8E4}" type="pres">
      <dgm:prSet presAssocID="{2D3DB9D7-A7B7-4D93-804B-DE319DCCBFAB}" presName="FourNodes_3" presStyleLbl="node1" presStyleIdx="2" presStyleCnt="4">
        <dgm:presLayoutVars>
          <dgm:bulletEnabled val="1"/>
        </dgm:presLayoutVars>
      </dgm:prSet>
      <dgm:spPr/>
    </dgm:pt>
    <dgm:pt modelId="{81BD092D-5362-4AFE-B005-DB3516BFC212}" type="pres">
      <dgm:prSet presAssocID="{2D3DB9D7-A7B7-4D93-804B-DE319DCCBFAB}" presName="FourNodes_4" presStyleLbl="node1" presStyleIdx="3" presStyleCnt="4">
        <dgm:presLayoutVars>
          <dgm:bulletEnabled val="1"/>
        </dgm:presLayoutVars>
      </dgm:prSet>
      <dgm:spPr/>
    </dgm:pt>
    <dgm:pt modelId="{2E327755-CB8D-487C-8977-597EF007EBCF}" type="pres">
      <dgm:prSet presAssocID="{2D3DB9D7-A7B7-4D93-804B-DE319DCCBFAB}" presName="FourConn_1-2" presStyleLbl="fgAccFollowNode1" presStyleIdx="0" presStyleCnt="3">
        <dgm:presLayoutVars>
          <dgm:bulletEnabled val="1"/>
        </dgm:presLayoutVars>
      </dgm:prSet>
      <dgm:spPr/>
    </dgm:pt>
    <dgm:pt modelId="{BC2D7FFC-7746-4155-97AB-AA5847C37A54}" type="pres">
      <dgm:prSet presAssocID="{2D3DB9D7-A7B7-4D93-804B-DE319DCCBFAB}" presName="FourConn_2-3" presStyleLbl="fgAccFollowNode1" presStyleIdx="1" presStyleCnt="3">
        <dgm:presLayoutVars>
          <dgm:bulletEnabled val="1"/>
        </dgm:presLayoutVars>
      </dgm:prSet>
      <dgm:spPr/>
    </dgm:pt>
    <dgm:pt modelId="{FBEB5A94-5208-4A25-B64F-7D4386BEAB5E}" type="pres">
      <dgm:prSet presAssocID="{2D3DB9D7-A7B7-4D93-804B-DE319DCCBFAB}" presName="FourConn_3-4" presStyleLbl="fgAccFollowNode1" presStyleIdx="2" presStyleCnt="3">
        <dgm:presLayoutVars>
          <dgm:bulletEnabled val="1"/>
        </dgm:presLayoutVars>
      </dgm:prSet>
      <dgm:spPr/>
    </dgm:pt>
    <dgm:pt modelId="{B3A23C6E-DBD4-460E-AEB6-D24B67CF8B43}" type="pres">
      <dgm:prSet presAssocID="{2D3DB9D7-A7B7-4D93-804B-DE319DCCBFAB}" presName="FourNodes_1_text" presStyleLbl="node1" presStyleIdx="3" presStyleCnt="4">
        <dgm:presLayoutVars>
          <dgm:bulletEnabled val="1"/>
        </dgm:presLayoutVars>
      </dgm:prSet>
      <dgm:spPr/>
    </dgm:pt>
    <dgm:pt modelId="{1D3975E9-7809-434F-B199-C40F0523DEED}" type="pres">
      <dgm:prSet presAssocID="{2D3DB9D7-A7B7-4D93-804B-DE319DCCBFAB}" presName="FourNodes_2_text" presStyleLbl="node1" presStyleIdx="3" presStyleCnt="4">
        <dgm:presLayoutVars>
          <dgm:bulletEnabled val="1"/>
        </dgm:presLayoutVars>
      </dgm:prSet>
      <dgm:spPr/>
    </dgm:pt>
    <dgm:pt modelId="{4979B091-723C-4965-BC99-6F18095A3810}" type="pres">
      <dgm:prSet presAssocID="{2D3DB9D7-A7B7-4D93-804B-DE319DCCBFAB}" presName="FourNodes_3_text" presStyleLbl="node1" presStyleIdx="3" presStyleCnt="4">
        <dgm:presLayoutVars>
          <dgm:bulletEnabled val="1"/>
        </dgm:presLayoutVars>
      </dgm:prSet>
      <dgm:spPr/>
    </dgm:pt>
    <dgm:pt modelId="{32D98B3E-1F25-4A26-917D-EEF0135758F8}" type="pres">
      <dgm:prSet presAssocID="{2D3DB9D7-A7B7-4D93-804B-DE319DCCBFA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C3AAE09-5D6C-4AAD-8B66-3A60F7FBC179}" type="presOf" srcId="{DB76A921-4DCA-44D0-8477-71B385023614}" destId="{1D3975E9-7809-434F-B199-C40F0523DEED}" srcOrd="1" destOrd="0" presId="urn:microsoft.com/office/officeart/2005/8/layout/vProcess5"/>
    <dgm:cxn modelId="{4FE5D635-180A-49D5-BE1A-AED6D5B62A19}" srcId="{2D3DB9D7-A7B7-4D93-804B-DE319DCCBFAB}" destId="{113C0034-6E3B-4DD1-8117-3269E3AA7E35}" srcOrd="0" destOrd="0" parTransId="{42D5A1BC-C5D1-44AB-998D-517AABB74DCC}" sibTransId="{8CC3BB61-A308-442B-8B27-433044C5D1D0}"/>
    <dgm:cxn modelId="{6D844244-C842-4BB5-97EC-CF7B2BC8C935}" srcId="{2D3DB9D7-A7B7-4D93-804B-DE319DCCBFAB}" destId="{DB76A921-4DCA-44D0-8477-71B385023614}" srcOrd="1" destOrd="0" parTransId="{B9118451-D66C-4DE2-B5CF-C1A2BD6CF0BC}" sibTransId="{B408B6A3-E428-475E-B358-04B8012EA3CB}"/>
    <dgm:cxn modelId="{CA50AA64-3A55-4BA9-8721-47A90260D798}" srcId="{2D3DB9D7-A7B7-4D93-804B-DE319DCCBFAB}" destId="{52B98F0D-8BA8-4E54-A4C8-D67AAE51463F}" srcOrd="2" destOrd="0" parTransId="{9D80FBFF-653D-41A3-925A-466978D795E9}" sibTransId="{24CE2EF1-BB7F-4E4D-8608-A869EB3941E7}"/>
    <dgm:cxn modelId="{A70AB346-1C03-42D6-9F86-BC9EE04F5120}" type="presOf" srcId="{113C0034-6E3B-4DD1-8117-3269E3AA7E35}" destId="{27F8E3DC-045F-4299-A0DE-502077878C5B}" srcOrd="0" destOrd="0" presId="urn:microsoft.com/office/officeart/2005/8/layout/vProcess5"/>
    <dgm:cxn modelId="{4BD2D267-C816-4096-A346-3E80DCB54461}" type="presOf" srcId="{24CE2EF1-BB7F-4E4D-8608-A869EB3941E7}" destId="{FBEB5A94-5208-4A25-B64F-7D4386BEAB5E}" srcOrd="0" destOrd="0" presId="urn:microsoft.com/office/officeart/2005/8/layout/vProcess5"/>
    <dgm:cxn modelId="{0823CB55-455F-4C20-A027-B3D1E3685D4C}" type="presOf" srcId="{113C0034-6E3B-4DD1-8117-3269E3AA7E35}" destId="{B3A23C6E-DBD4-460E-AEB6-D24B67CF8B43}" srcOrd="1" destOrd="0" presId="urn:microsoft.com/office/officeart/2005/8/layout/vProcess5"/>
    <dgm:cxn modelId="{EB401D76-1F4B-42B6-B20F-3ACDBCAA3DA6}" type="presOf" srcId="{C3DEEC8D-CB12-4385-B81C-FEED1D8B1B87}" destId="{81BD092D-5362-4AFE-B005-DB3516BFC212}" srcOrd="0" destOrd="0" presId="urn:microsoft.com/office/officeart/2005/8/layout/vProcess5"/>
    <dgm:cxn modelId="{4C677E7C-55AE-4818-8ACA-FDDF614C4D32}" type="presOf" srcId="{DB76A921-4DCA-44D0-8477-71B385023614}" destId="{E4CA7F5B-0827-4E7F-8C51-0EBBC05EB9CD}" srcOrd="0" destOrd="0" presId="urn:microsoft.com/office/officeart/2005/8/layout/vProcess5"/>
    <dgm:cxn modelId="{42A6597E-2447-47BC-B5EA-C7D3EEA9937A}" type="presOf" srcId="{8CC3BB61-A308-442B-8B27-433044C5D1D0}" destId="{2E327755-CB8D-487C-8977-597EF007EBCF}" srcOrd="0" destOrd="0" presId="urn:microsoft.com/office/officeart/2005/8/layout/vProcess5"/>
    <dgm:cxn modelId="{E504D68A-3A46-4F42-91F8-D5E55E5ABB54}" type="presOf" srcId="{B408B6A3-E428-475E-B358-04B8012EA3CB}" destId="{BC2D7FFC-7746-4155-97AB-AA5847C37A54}" srcOrd="0" destOrd="0" presId="urn:microsoft.com/office/officeart/2005/8/layout/vProcess5"/>
    <dgm:cxn modelId="{EDFB13A1-71A5-4EBB-BD82-34BD1DAA6FFB}" type="presOf" srcId="{2D3DB9D7-A7B7-4D93-804B-DE319DCCBFAB}" destId="{9B0CE846-A113-4357-BB9C-F73EBC9BF325}" srcOrd="0" destOrd="0" presId="urn:microsoft.com/office/officeart/2005/8/layout/vProcess5"/>
    <dgm:cxn modelId="{2710D6C4-A38C-4BC5-AC92-8E114CE584BF}" srcId="{2D3DB9D7-A7B7-4D93-804B-DE319DCCBFAB}" destId="{C3DEEC8D-CB12-4385-B81C-FEED1D8B1B87}" srcOrd="3" destOrd="0" parTransId="{A2432901-A01F-4B8F-9663-2C3C161FEC25}" sibTransId="{E3C11854-6149-4E11-806C-8CED3F1D82CA}"/>
    <dgm:cxn modelId="{7EEDFCE9-2E47-4223-AD81-43189099867A}" type="presOf" srcId="{52B98F0D-8BA8-4E54-A4C8-D67AAE51463F}" destId="{624B9758-A191-4682-9B94-4AB11785C8E4}" srcOrd="0" destOrd="0" presId="urn:microsoft.com/office/officeart/2005/8/layout/vProcess5"/>
    <dgm:cxn modelId="{039BD6F1-7164-4DAA-BB07-3929100FEFB2}" type="presOf" srcId="{C3DEEC8D-CB12-4385-B81C-FEED1D8B1B87}" destId="{32D98B3E-1F25-4A26-917D-EEF0135758F8}" srcOrd="1" destOrd="0" presId="urn:microsoft.com/office/officeart/2005/8/layout/vProcess5"/>
    <dgm:cxn modelId="{E364C2F9-E877-435D-ADD0-A325421DFCF6}" type="presOf" srcId="{52B98F0D-8BA8-4E54-A4C8-D67AAE51463F}" destId="{4979B091-723C-4965-BC99-6F18095A3810}" srcOrd="1" destOrd="0" presId="urn:microsoft.com/office/officeart/2005/8/layout/vProcess5"/>
    <dgm:cxn modelId="{AD210758-13AE-4D9B-9BAD-C824429D65BC}" type="presParOf" srcId="{9B0CE846-A113-4357-BB9C-F73EBC9BF325}" destId="{7C1FA669-9A6C-408D-988A-D8820EDE419E}" srcOrd="0" destOrd="0" presId="urn:microsoft.com/office/officeart/2005/8/layout/vProcess5"/>
    <dgm:cxn modelId="{AD615503-F41D-4EF6-B95B-EFA9236CE14D}" type="presParOf" srcId="{9B0CE846-A113-4357-BB9C-F73EBC9BF325}" destId="{27F8E3DC-045F-4299-A0DE-502077878C5B}" srcOrd="1" destOrd="0" presId="urn:microsoft.com/office/officeart/2005/8/layout/vProcess5"/>
    <dgm:cxn modelId="{4CCF44F7-8799-4D22-A27A-CD4827B698D7}" type="presParOf" srcId="{9B0CE846-A113-4357-BB9C-F73EBC9BF325}" destId="{E4CA7F5B-0827-4E7F-8C51-0EBBC05EB9CD}" srcOrd="2" destOrd="0" presId="urn:microsoft.com/office/officeart/2005/8/layout/vProcess5"/>
    <dgm:cxn modelId="{317D5E68-5770-4324-BB8E-9528690BF000}" type="presParOf" srcId="{9B0CE846-A113-4357-BB9C-F73EBC9BF325}" destId="{624B9758-A191-4682-9B94-4AB11785C8E4}" srcOrd="3" destOrd="0" presId="urn:microsoft.com/office/officeart/2005/8/layout/vProcess5"/>
    <dgm:cxn modelId="{DA2AD739-E69D-4387-950F-9A9421077552}" type="presParOf" srcId="{9B0CE846-A113-4357-BB9C-F73EBC9BF325}" destId="{81BD092D-5362-4AFE-B005-DB3516BFC212}" srcOrd="4" destOrd="0" presId="urn:microsoft.com/office/officeart/2005/8/layout/vProcess5"/>
    <dgm:cxn modelId="{24F6DE80-5322-440C-91B1-148E9A6D1490}" type="presParOf" srcId="{9B0CE846-A113-4357-BB9C-F73EBC9BF325}" destId="{2E327755-CB8D-487C-8977-597EF007EBCF}" srcOrd="5" destOrd="0" presId="urn:microsoft.com/office/officeart/2005/8/layout/vProcess5"/>
    <dgm:cxn modelId="{98B578E8-F4BE-4251-B0C0-84AE0381C3A4}" type="presParOf" srcId="{9B0CE846-A113-4357-BB9C-F73EBC9BF325}" destId="{BC2D7FFC-7746-4155-97AB-AA5847C37A54}" srcOrd="6" destOrd="0" presId="urn:microsoft.com/office/officeart/2005/8/layout/vProcess5"/>
    <dgm:cxn modelId="{77383762-1EB4-4EB2-AB01-FCFBD9B6AD3F}" type="presParOf" srcId="{9B0CE846-A113-4357-BB9C-F73EBC9BF325}" destId="{FBEB5A94-5208-4A25-B64F-7D4386BEAB5E}" srcOrd="7" destOrd="0" presId="urn:microsoft.com/office/officeart/2005/8/layout/vProcess5"/>
    <dgm:cxn modelId="{2A0B3E69-20AC-4119-A191-A49AD861C5AE}" type="presParOf" srcId="{9B0CE846-A113-4357-BB9C-F73EBC9BF325}" destId="{B3A23C6E-DBD4-460E-AEB6-D24B67CF8B43}" srcOrd="8" destOrd="0" presId="urn:microsoft.com/office/officeart/2005/8/layout/vProcess5"/>
    <dgm:cxn modelId="{6853E937-677D-4570-B421-AC1D1AE3E6A7}" type="presParOf" srcId="{9B0CE846-A113-4357-BB9C-F73EBC9BF325}" destId="{1D3975E9-7809-434F-B199-C40F0523DEED}" srcOrd="9" destOrd="0" presId="urn:microsoft.com/office/officeart/2005/8/layout/vProcess5"/>
    <dgm:cxn modelId="{1534FE32-9AE9-4B2F-A7A1-BEDCD1D3851B}" type="presParOf" srcId="{9B0CE846-A113-4357-BB9C-F73EBC9BF325}" destId="{4979B091-723C-4965-BC99-6F18095A3810}" srcOrd="10" destOrd="0" presId="urn:microsoft.com/office/officeart/2005/8/layout/vProcess5"/>
    <dgm:cxn modelId="{2974043F-247E-4BB4-874C-989034DE02E4}" type="presParOf" srcId="{9B0CE846-A113-4357-BB9C-F73EBC9BF325}" destId="{32D98B3E-1F25-4A26-917D-EEF0135758F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873308-4742-447F-92E1-023095D21E0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6EAC22C-73C2-4C69-AA91-E408863D0B16}">
      <dgm:prSet/>
      <dgm:spPr/>
      <dgm:t>
        <a:bodyPr/>
        <a:lstStyle/>
        <a:p>
          <a:r>
            <a:rPr lang="en-GB"/>
            <a:t>Enable </a:t>
          </a:r>
          <a:r>
            <a:rPr lang="en-GB" b="1"/>
            <a:t>asynchronous</a:t>
          </a:r>
          <a:r>
            <a:rPr lang="en-GB"/>
            <a:t> and </a:t>
          </a:r>
          <a:r>
            <a:rPr lang="en-GB" b="1"/>
            <a:t>non-blocking</a:t>
          </a:r>
          <a:r>
            <a:rPr lang="en-GB"/>
            <a:t> computation</a:t>
          </a:r>
          <a:endParaRPr lang="en-US"/>
        </a:p>
      </dgm:t>
    </dgm:pt>
    <dgm:pt modelId="{58596121-FA5B-43AC-AF19-2AE6F729D4EB}" type="parTrans" cxnId="{57B992B6-8936-4456-A5E3-487B8533770C}">
      <dgm:prSet/>
      <dgm:spPr/>
      <dgm:t>
        <a:bodyPr/>
        <a:lstStyle/>
        <a:p>
          <a:endParaRPr lang="en-US"/>
        </a:p>
      </dgm:t>
    </dgm:pt>
    <dgm:pt modelId="{6E1DED91-B53E-4716-B4C8-89127AEAE0E3}" type="sibTrans" cxnId="{57B992B6-8936-4456-A5E3-487B8533770C}">
      <dgm:prSet/>
      <dgm:spPr/>
      <dgm:t>
        <a:bodyPr/>
        <a:lstStyle/>
        <a:p>
          <a:endParaRPr lang="en-US"/>
        </a:p>
      </dgm:t>
    </dgm:pt>
    <dgm:pt modelId="{DC8460F8-252E-4757-A4E7-26FB83D90D91}">
      <dgm:prSet/>
      <dgm:spPr/>
      <dgm:t>
        <a:bodyPr/>
        <a:lstStyle/>
        <a:p>
          <a:r>
            <a:rPr lang="en-GB"/>
            <a:t>Simplify </a:t>
          </a:r>
          <a:r>
            <a:rPr lang="en-GB" b="1"/>
            <a:t>thread communication</a:t>
          </a:r>
          <a:endParaRPr lang="en-US"/>
        </a:p>
      </dgm:t>
    </dgm:pt>
    <dgm:pt modelId="{DB0D2B87-18CF-426E-973B-7A532724E1EA}" type="parTrans" cxnId="{FE42812D-2919-493C-B720-BE5378202EB8}">
      <dgm:prSet/>
      <dgm:spPr/>
      <dgm:t>
        <a:bodyPr/>
        <a:lstStyle/>
        <a:p>
          <a:endParaRPr lang="en-US"/>
        </a:p>
      </dgm:t>
    </dgm:pt>
    <dgm:pt modelId="{F4C22B5E-A9B0-4BD8-B46E-ED5968182FA5}" type="sibTrans" cxnId="{FE42812D-2919-493C-B720-BE5378202EB8}">
      <dgm:prSet/>
      <dgm:spPr/>
      <dgm:t>
        <a:bodyPr/>
        <a:lstStyle/>
        <a:p>
          <a:endParaRPr lang="en-US"/>
        </a:p>
      </dgm:t>
    </dgm:pt>
    <dgm:pt modelId="{0AA2FEA5-4A4C-4119-A338-C67EACF5377B}">
      <dgm:prSet/>
      <dgm:spPr/>
      <dgm:t>
        <a:bodyPr/>
        <a:lstStyle/>
        <a:p>
          <a:r>
            <a:rPr lang="en-GB"/>
            <a:t>Avoid </a:t>
          </a:r>
          <a:r>
            <a:rPr lang="en-GB" b="1"/>
            <a:t>low-level synchronization</a:t>
          </a:r>
          <a:r>
            <a:rPr lang="en-GB"/>
            <a:t> tools (like locks or mutexes)</a:t>
          </a:r>
          <a:endParaRPr lang="en-US"/>
        </a:p>
      </dgm:t>
    </dgm:pt>
    <dgm:pt modelId="{0B0CB468-C438-4754-BB11-E0E2672C63FC}" type="parTrans" cxnId="{ACFC3C7C-988F-46B9-B06D-AA7E16991947}">
      <dgm:prSet/>
      <dgm:spPr/>
      <dgm:t>
        <a:bodyPr/>
        <a:lstStyle/>
        <a:p>
          <a:endParaRPr lang="en-US"/>
        </a:p>
      </dgm:t>
    </dgm:pt>
    <dgm:pt modelId="{7AC3FEE6-C422-4E2E-9A5D-826B315E4FA0}" type="sibTrans" cxnId="{ACFC3C7C-988F-46B9-B06D-AA7E16991947}">
      <dgm:prSet/>
      <dgm:spPr/>
      <dgm:t>
        <a:bodyPr/>
        <a:lstStyle/>
        <a:p>
          <a:endParaRPr lang="en-US"/>
        </a:p>
      </dgm:t>
    </dgm:pt>
    <dgm:pt modelId="{71288AF4-DD6A-4879-8346-B0E1914FFFA6}">
      <dgm:prSet/>
      <dgm:spPr/>
      <dgm:t>
        <a:bodyPr/>
        <a:lstStyle/>
        <a:p>
          <a:r>
            <a:rPr lang="en-GB"/>
            <a:t>Improve </a:t>
          </a:r>
          <a:r>
            <a:rPr lang="en-GB" b="1"/>
            <a:t>performance and responsiveness</a:t>
          </a:r>
          <a:endParaRPr lang="en-US"/>
        </a:p>
      </dgm:t>
    </dgm:pt>
    <dgm:pt modelId="{59D4C461-29AF-4CCD-B632-F5DB0847D72F}" type="parTrans" cxnId="{3F9D80C7-0508-4286-B663-7B10E0EC41D8}">
      <dgm:prSet/>
      <dgm:spPr/>
      <dgm:t>
        <a:bodyPr/>
        <a:lstStyle/>
        <a:p>
          <a:endParaRPr lang="en-US"/>
        </a:p>
      </dgm:t>
    </dgm:pt>
    <dgm:pt modelId="{EC7B6354-C64B-444D-8348-A30521DA85F6}" type="sibTrans" cxnId="{3F9D80C7-0508-4286-B663-7B10E0EC41D8}">
      <dgm:prSet/>
      <dgm:spPr/>
      <dgm:t>
        <a:bodyPr/>
        <a:lstStyle/>
        <a:p>
          <a:endParaRPr lang="en-US"/>
        </a:p>
      </dgm:t>
    </dgm:pt>
    <dgm:pt modelId="{E30706CC-0AD2-4C84-A7B9-667247F8F8E6}" type="pres">
      <dgm:prSet presAssocID="{E5873308-4742-447F-92E1-023095D21E0E}" presName="root" presStyleCnt="0">
        <dgm:presLayoutVars>
          <dgm:dir/>
          <dgm:resizeHandles val="exact"/>
        </dgm:presLayoutVars>
      </dgm:prSet>
      <dgm:spPr/>
    </dgm:pt>
    <dgm:pt modelId="{1FF93B7E-66B8-453F-BDAC-6E1CCF825327}" type="pres">
      <dgm:prSet presAssocID="{06EAC22C-73C2-4C69-AA91-E408863D0B16}" presName="compNode" presStyleCnt="0"/>
      <dgm:spPr/>
    </dgm:pt>
    <dgm:pt modelId="{E7528FE3-351F-4D14-8242-73DC298E8337}" type="pres">
      <dgm:prSet presAssocID="{06EAC22C-73C2-4C69-AA91-E408863D0B16}" presName="bgRect" presStyleLbl="bgShp" presStyleIdx="0" presStyleCnt="4"/>
      <dgm:spPr/>
    </dgm:pt>
    <dgm:pt modelId="{F9F4250C-61F6-43C5-A5A4-CD7A6E70C931}" type="pres">
      <dgm:prSet presAssocID="{06EAC22C-73C2-4C69-AA91-E408863D0B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D552C531-3EB1-4690-91D0-9E563BFFE3AE}" type="pres">
      <dgm:prSet presAssocID="{06EAC22C-73C2-4C69-AA91-E408863D0B16}" presName="spaceRect" presStyleCnt="0"/>
      <dgm:spPr/>
    </dgm:pt>
    <dgm:pt modelId="{0AE79639-1568-418D-BBDA-37F361F1A728}" type="pres">
      <dgm:prSet presAssocID="{06EAC22C-73C2-4C69-AA91-E408863D0B16}" presName="parTx" presStyleLbl="revTx" presStyleIdx="0" presStyleCnt="4">
        <dgm:presLayoutVars>
          <dgm:chMax val="0"/>
          <dgm:chPref val="0"/>
        </dgm:presLayoutVars>
      </dgm:prSet>
      <dgm:spPr/>
    </dgm:pt>
    <dgm:pt modelId="{8D7FA728-2CD0-4FAE-AA98-072667C7ADE0}" type="pres">
      <dgm:prSet presAssocID="{6E1DED91-B53E-4716-B4C8-89127AEAE0E3}" presName="sibTrans" presStyleCnt="0"/>
      <dgm:spPr/>
    </dgm:pt>
    <dgm:pt modelId="{FE9A60E4-620E-4326-9EAE-3CCCB528D1B9}" type="pres">
      <dgm:prSet presAssocID="{DC8460F8-252E-4757-A4E7-26FB83D90D91}" presName="compNode" presStyleCnt="0"/>
      <dgm:spPr/>
    </dgm:pt>
    <dgm:pt modelId="{90362657-3EAB-4405-9F5F-1D6969D3C8EC}" type="pres">
      <dgm:prSet presAssocID="{DC8460F8-252E-4757-A4E7-26FB83D90D91}" presName="bgRect" presStyleLbl="bgShp" presStyleIdx="1" presStyleCnt="4"/>
      <dgm:spPr/>
    </dgm:pt>
    <dgm:pt modelId="{B2D61552-9F45-4D3B-AD3C-C4DC0B7C7278}" type="pres">
      <dgm:prSet presAssocID="{DC8460F8-252E-4757-A4E7-26FB83D90D9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7810163-B8AD-4E4E-883A-14A175DBCDB4}" type="pres">
      <dgm:prSet presAssocID="{DC8460F8-252E-4757-A4E7-26FB83D90D91}" presName="spaceRect" presStyleCnt="0"/>
      <dgm:spPr/>
    </dgm:pt>
    <dgm:pt modelId="{EFFF9D47-EE52-457D-AED8-0B554F32C122}" type="pres">
      <dgm:prSet presAssocID="{DC8460F8-252E-4757-A4E7-26FB83D90D91}" presName="parTx" presStyleLbl="revTx" presStyleIdx="1" presStyleCnt="4">
        <dgm:presLayoutVars>
          <dgm:chMax val="0"/>
          <dgm:chPref val="0"/>
        </dgm:presLayoutVars>
      </dgm:prSet>
      <dgm:spPr/>
    </dgm:pt>
    <dgm:pt modelId="{3D670877-3ED4-4180-A634-7768BF037AA6}" type="pres">
      <dgm:prSet presAssocID="{F4C22B5E-A9B0-4BD8-B46E-ED5968182FA5}" presName="sibTrans" presStyleCnt="0"/>
      <dgm:spPr/>
    </dgm:pt>
    <dgm:pt modelId="{E659D368-C220-449B-95EE-5FD2E120E9D6}" type="pres">
      <dgm:prSet presAssocID="{0AA2FEA5-4A4C-4119-A338-C67EACF5377B}" presName="compNode" presStyleCnt="0"/>
      <dgm:spPr/>
    </dgm:pt>
    <dgm:pt modelId="{63228194-7861-481C-A91E-A0658AF09F92}" type="pres">
      <dgm:prSet presAssocID="{0AA2FEA5-4A4C-4119-A338-C67EACF5377B}" presName="bgRect" presStyleLbl="bgShp" presStyleIdx="2" presStyleCnt="4"/>
      <dgm:spPr/>
    </dgm:pt>
    <dgm:pt modelId="{D841BFF0-A338-4572-89B0-E7025A2027E3}" type="pres">
      <dgm:prSet presAssocID="{0AA2FEA5-4A4C-4119-A338-C67EACF537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A6164F5-17E8-4E5F-84BA-93C549EEB6A5}" type="pres">
      <dgm:prSet presAssocID="{0AA2FEA5-4A4C-4119-A338-C67EACF5377B}" presName="spaceRect" presStyleCnt="0"/>
      <dgm:spPr/>
    </dgm:pt>
    <dgm:pt modelId="{0BFE7141-F832-40E3-9FFA-BC53AC855195}" type="pres">
      <dgm:prSet presAssocID="{0AA2FEA5-4A4C-4119-A338-C67EACF5377B}" presName="parTx" presStyleLbl="revTx" presStyleIdx="2" presStyleCnt="4">
        <dgm:presLayoutVars>
          <dgm:chMax val="0"/>
          <dgm:chPref val="0"/>
        </dgm:presLayoutVars>
      </dgm:prSet>
      <dgm:spPr/>
    </dgm:pt>
    <dgm:pt modelId="{A00FDD26-090D-45A9-8F09-F7CB4534CFAD}" type="pres">
      <dgm:prSet presAssocID="{7AC3FEE6-C422-4E2E-9A5D-826B315E4FA0}" presName="sibTrans" presStyleCnt="0"/>
      <dgm:spPr/>
    </dgm:pt>
    <dgm:pt modelId="{DF8B8F18-99DB-43BE-8C3B-6B0232B7D7A2}" type="pres">
      <dgm:prSet presAssocID="{71288AF4-DD6A-4879-8346-B0E1914FFFA6}" presName="compNode" presStyleCnt="0"/>
      <dgm:spPr/>
    </dgm:pt>
    <dgm:pt modelId="{30856929-9877-4A32-AA31-ECB2C96961C9}" type="pres">
      <dgm:prSet presAssocID="{71288AF4-DD6A-4879-8346-B0E1914FFFA6}" presName="bgRect" presStyleLbl="bgShp" presStyleIdx="3" presStyleCnt="4"/>
      <dgm:spPr/>
    </dgm:pt>
    <dgm:pt modelId="{CD8DBF8D-8294-4EC1-8271-93A894E2937B}" type="pres">
      <dgm:prSet presAssocID="{71288AF4-DD6A-4879-8346-B0E1914FFF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C4F415B-673D-4C82-ABA5-09E35E347103}" type="pres">
      <dgm:prSet presAssocID="{71288AF4-DD6A-4879-8346-B0E1914FFFA6}" presName="spaceRect" presStyleCnt="0"/>
      <dgm:spPr/>
    </dgm:pt>
    <dgm:pt modelId="{620E1C3A-B6AA-4B4A-809B-B2B66531522F}" type="pres">
      <dgm:prSet presAssocID="{71288AF4-DD6A-4879-8346-B0E1914FFF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42812D-2919-493C-B720-BE5378202EB8}" srcId="{E5873308-4742-447F-92E1-023095D21E0E}" destId="{DC8460F8-252E-4757-A4E7-26FB83D90D91}" srcOrd="1" destOrd="0" parTransId="{DB0D2B87-18CF-426E-973B-7A532724E1EA}" sibTransId="{F4C22B5E-A9B0-4BD8-B46E-ED5968182FA5}"/>
    <dgm:cxn modelId="{F60A483F-D083-4B3F-8967-83274A5D219F}" type="presOf" srcId="{DC8460F8-252E-4757-A4E7-26FB83D90D91}" destId="{EFFF9D47-EE52-457D-AED8-0B554F32C122}" srcOrd="0" destOrd="0" presId="urn:microsoft.com/office/officeart/2018/2/layout/IconVerticalSolidList"/>
    <dgm:cxn modelId="{BABE7566-4409-4A9F-B71D-950FD051A2F5}" type="presOf" srcId="{E5873308-4742-447F-92E1-023095D21E0E}" destId="{E30706CC-0AD2-4C84-A7B9-667247F8F8E6}" srcOrd="0" destOrd="0" presId="urn:microsoft.com/office/officeart/2018/2/layout/IconVerticalSolidList"/>
    <dgm:cxn modelId="{CF4A074C-936D-4E5D-9EC6-7F277B64859A}" type="presOf" srcId="{71288AF4-DD6A-4879-8346-B0E1914FFFA6}" destId="{620E1C3A-B6AA-4B4A-809B-B2B66531522F}" srcOrd="0" destOrd="0" presId="urn:microsoft.com/office/officeart/2018/2/layout/IconVerticalSolidList"/>
    <dgm:cxn modelId="{CE895070-2B96-4E6E-9550-148462E1621B}" type="presOf" srcId="{06EAC22C-73C2-4C69-AA91-E408863D0B16}" destId="{0AE79639-1568-418D-BBDA-37F361F1A728}" srcOrd="0" destOrd="0" presId="urn:microsoft.com/office/officeart/2018/2/layout/IconVerticalSolidList"/>
    <dgm:cxn modelId="{ACFC3C7C-988F-46B9-B06D-AA7E16991947}" srcId="{E5873308-4742-447F-92E1-023095D21E0E}" destId="{0AA2FEA5-4A4C-4119-A338-C67EACF5377B}" srcOrd="2" destOrd="0" parTransId="{0B0CB468-C438-4754-BB11-E0E2672C63FC}" sibTransId="{7AC3FEE6-C422-4E2E-9A5D-826B315E4FA0}"/>
    <dgm:cxn modelId="{57B992B6-8936-4456-A5E3-487B8533770C}" srcId="{E5873308-4742-447F-92E1-023095D21E0E}" destId="{06EAC22C-73C2-4C69-AA91-E408863D0B16}" srcOrd="0" destOrd="0" parTransId="{58596121-FA5B-43AC-AF19-2AE6F729D4EB}" sibTransId="{6E1DED91-B53E-4716-B4C8-89127AEAE0E3}"/>
    <dgm:cxn modelId="{3F9D80C7-0508-4286-B663-7B10E0EC41D8}" srcId="{E5873308-4742-447F-92E1-023095D21E0E}" destId="{71288AF4-DD6A-4879-8346-B0E1914FFFA6}" srcOrd="3" destOrd="0" parTransId="{59D4C461-29AF-4CCD-B632-F5DB0847D72F}" sibTransId="{EC7B6354-C64B-444D-8348-A30521DA85F6}"/>
    <dgm:cxn modelId="{B753D1CA-BD8A-43F6-B27F-8A67675927B3}" type="presOf" srcId="{0AA2FEA5-4A4C-4119-A338-C67EACF5377B}" destId="{0BFE7141-F832-40E3-9FFA-BC53AC855195}" srcOrd="0" destOrd="0" presId="urn:microsoft.com/office/officeart/2018/2/layout/IconVerticalSolidList"/>
    <dgm:cxn modelId="{5572065A-5E27-47C5-A2A0-2645B8010A1D}" type="presParOf" srcId="{E30706CC-0AD2-4C84-A7B9-667247F8F8E6}" destId="{1FF93B7E-66B8-453F-BDAC-6E1CCF825327}" srcOrd="0" destOrd="0" presId="urn:microsoft.com/office/officeart/2018/2/layout/IconVerticalSolidList"/>
    <dgm:cxn modelId="{59549925-9D1B-4AAD-91EF-894F1413F4BE}" type="presParOf" srcId="{1FF93B7E-66B8-453F-BDAC-6E1CCF825327}" destId="{E7528FE3-351F-4D14-8242-73DC298E8337}" srcOrd="0" destOrd="0" presId="urn:microsoft.com/office/officeart/2018/2/layout/IconVerticalSolidList"/>
    <dgm:cxn modelId="{7C5C869D-831A-4E8A-B90E-30922E60BA51}" type="presParOf" srcId="{1FF93B7E-66B8-453F-BDAC-6E1CCF825327}" destId="{F9F4250C-61F6-43C5-A5A4-CD7A6E70C931}" srcOrd="1" destOrd="0" presId="urn:microsoft.com/office/officeart/2018/2/layout/IconVerticalSolidList"/>
    <dgm:cxn modelId="{63263FC7-A748-4D48-B606-093E890A3007}" type="presParOf" srcId="{1FF93B7E-66B8-453F-BDAC-6E1CCF825327}" destId="{D552C531-3EB1-4690-91D0-9E563BFFE3AE}" srcOrd="2" destOrd="0" presId="urn:microsoft.com/office/officeart/2018/2/layout/IconVerticalSolidList"/>
    <dgm:cxn modelId="{58B7CF21-BE25-4875-9565-76AD0E658570}" type="presParOf" srcId="{1FF93B7E-66B8-453F-BDAC-6E1CCF825327}" destId="{0AE79639-1568-418D-BBDA-37F361F1A728}" srcOrd="3" destOrd="0" presId="urn:microsoft.com/office/officeart/2018/2/layout/IconVerticalSolidList"/>
    <dgm:cxn modelId="{824A9C82-48A6-4A83-9982-48292E93FAE8}" type="presParOf" srcId="{E30706CC-0AD2-4C84-A7B9-667247F8F8E6}" destId="{8D7FA728-2CD0-4FAE-AA98-072667C7ADE0}" srcOrd="1" destOrd="0" presId="urn:microsoft.com/office/officeart/2018/2/layout/IconVerticalSolidList"/>
    <dgm:cxn modelId="{690337D2-A588-4C54-B56F-7E0199E416FE}" type="presParOf" srcId="{E30706CC-0AD2-4C84-A7B9-667247F8F8E6}" destId="{FE9A60E4-620E-4326-9EAE-3CCCB528D1B9}" srcOrd="2" destOrd="0" presId="urn:microsoft.com/office/officeart/2018/2/layout/IconVerticalSolidList"/>
    <dgm:cxn modelId="{80DBCBE1-A489-4653-BA0E-149D23E111FA}" type="presParOf" srcId="{FE9A60E4-620E-4326-9EAE-3CCCB528D1B9}" destId="{90362657-3EAB-4405-9F5F-1D6969D3C8EC}" srcOrd="0" destOrd="0" presId="urn:microsoft.com/office/officeart/2018/2/layout/IconVerticalSolidList"/>
    <dgm:cxn modelId="{92F3CB8D-C86A-4A0F-A6AB-1349BEDD8336}" type="presParOf" srcId="{FE9A60E4-620E-4326-9EAE-3CCCB528D1B9}" destId="{B2D61552-9F45-4D3B-AD3C-C4DC0B7C7278}" srcOrd="1" destOrd="0" presId="urn:microsoft.com/office/officeart/2018/2/layout/IconVerticalSolidList"/>
    <dgm:cxn modelId="{CFAA674D-88D0-49A9-A035-4E8D235D7C63}" type="presParOf" srcId="{FE9A60E4-620E-4326-9EAE-3CCCB528D1B9}" destId="{37810163-B8AD-4E4E-883A-14A175DBCDB4}" srcOrd="2" destOrd="0" presId="urn:microsoft.com/office/officeart/2018/2/layout/IconVerticalSolidList"/>
    <dgm:cxn modelId="{6C198180-C240-49B1-B8A6-3CEE4E0CE6B4}" type="presParOf" srcId="{FE9A60E4-620E-4326-9EAE-3CCCB528D1B9}" destId="{EFFF9D47-EE52-457D-AED8-0B554F32C122}" srcOrd="3" destOrd="0" presId="urn:microsoft.com/office/officeart/2018/2/layout/IconVerticalSolidList"/>
    <dgm:cxn modelId="{54305AC8-7870-40E5-B742-363D14936050}" type="presParOf" srcId="{E30706CC-0AD2-4C84-A7B9-667247F8F8E6}" destId="{3D670877-3ED4-4180-A634-7768BF037AA6}" srcOrd="3" destOrd="0" presId="urn:microsoft.com/office/officeart/2018/2/layout/IconVerticalSolidList"/>
    <dgm:cxn modelId="{879A5DCB-2AF6-4805-AA0A-B3FC5FB46C5D}" type="presParOf" srcId="{E30706CC-0AD2-4C84-A7B9-667247F8F8E6}" destId="{E659D368-C220-449B-95EE-5FD2E120E9D6}" srcOrd="4" destOrd="0" presId="urn:microsoft.com/office/officeart/2018/2/layout/IconVerticalSolidList"/>
    <dgm:cxn modelId="{301604E8-FA43-4A3E-AE9F-605AE915BAA3}" type="presParOf" srcId="{E659D368-C220-449B-95EE-5FD2E120E9D6}" destId="{63228194-7861-481C-A91E-A0658AF09F92}" srcOrd="0" destOrd="0" presId="urn:microsoft.com/office/officeart/2018/2/layout/IconVerticalSolidList"/>
    <dgm:cxn modelId="{96F6EDC1-D683-456D-AEBD-2D34BFB1CE51}" type="presParOf" srcId="{E659D368-C220-449B-95EE-5FD2E120E9D6}" destId="{D841BFF0-A338-4572-89B0-E7025A2027E3}" srcOrd="1" destOrd="0" presId="urn:microsoft.com/office/officeart/2018/2/layout/IconVerticalSolidList"/>
    <dgm:cxn modelId="{CF2BC943-B58F-4103-B755-B939C0F374EF}" type="presParOf" srcId="{E659D368-C220-449B-95EE-5FD2E120E9D6}" destId="{CA6164F5-17E8-4E5F-84BA-93C549EEB6A5}" srcOrd="2" destOrd="0" presId="urn:microsoft.com/office/officeart/2018/2/layout/IconVerticalSolidList"/>
    <dgm:cxn modelId="{B382B753-BA44-40BA-A3EF-E034513B82D7}" type="presParOf" srcId="{E659D368-C220-449B-95EE-5FD2E120E9D6}" destId="{0BFE7141-F832-40E3-9FFA-BC53AC855195}" srcOrd="3" destOrd="0" presId="urn:microsoft.com/office/officeart/2018/2/layout/IconVerticalSolidList"/>
    <dgm:cxn modelId="{DE267D50-999B-47FE-98B8-4F30645F14D2}" type="presParOf" srcId="{E30706CC-0AD2-4C84-A7B9-667247F8F8E6}" destId="{A00FDD26-090D-45A9-8F09-F7CB4534CFAD}" srcOrd="5" destOrd="0" presId="urn:microsoft.com/office/officeart/2018/2/layout/IconVerticalSolidList"/>
    <dgm:cxn modelId="{F808024F-9F60-46A4-AAF0-E5A3B0B76845}" type="presParOf" srcId="{E30706CC-0AD2-4C84-A7B9-667247F8F8E6}" destId="{DF8B8F18-99DB-43BE-8C3B-6B0232B7D7A2}" srcOrd="6" destOrd="0" presId="urn:microsoft.com/office/officeart/2018/2/layout/IconVerticalSolidList"/>
    <dgm:cxn modelId="{A8B711A6-7A02-4B12-B0C7-3C1A278B120A}" type="presParOf" srcId="{DF8B8F18-99DB-43BE-8C3B-6B0232B7D7A2}" destId="{30856929-9877-4A32-AA31-ECB2C96961C9}" srcOrd="0" destOrd="0" presId="urn:microsoft.com/office/officeart/2018/2/layout/IconVerticalSolidList"/>
    <dgm:cxn modelId="{B84E8802-69E3-4144-B202-27AE92365A5D}" type="presParOf" srcId="{DF8B8F18-99DB-43BE-8C3B-6B0232B7D7A2}" destId="{CD8DBF8D-8294-4EC1-8271-93A894E2937B}" srcOrd="1" destOrd="0" presId="urn:microsoft.com/office/officeart/2018/2/layout/IconVerticalSolidList"/>
    <dgm:cxn modelId="{D3881521-957D-4DEF-9186-F7EDA278CCEB}" type="presParOf" srcId="{DF8B8F18-99DB-43BE-8C3B-6B0232B7D7A2}" destId="{FC4F415B-673D-4C82-ABA5-09E35E347103}" srcOrd="2" destOrd="0" presId="urn:microsoft.com/office/officeart/2018/2/layout/IconVerticalSolidList"/>
    <dgm:cxn modelId="{DC100AAC-12BC-434A-AEC6-FC577E413CEE}" type="presParOf" srcId="{DF8B8F18-99DB-43BE-8C3B-6B0232B7D7A2}" destId="{620E1C3A-B6AA-4B4A-809B-B2B6653152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36B45D-92FB-4DB6-94D6-F2C4FB0F3C4C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B377DB-3A0D-46C5-8061-18DA476F606E}">
      <dgm:prSet/>
      <dgm:spPr>
        <a:solidFill>
          <a:schemeClr val="accent2"/>
        </a:solidFill>
      </dgm:spPr>
      <dgm:t>
        <a:bodyPr/>
        <a:lstStyle/>
        <a:p>
          <a:r>
            <a:rPr lang="en-GB" dirty="0"/>
            <a:t>class template object</a:t>
          </a:r>
          <a:endParaRPr lang="en-US" dirty="0"/>
        </a:p>
      </dgm:t>
    </dgm:pt>
    <dgm:pt modelId="{890CA1DF-B2A2-4F7E-82D7-A6EBDFE2758E}" type="parTrans" cxnId="{0B3CDFB8-0D55-4471-8399-BC6A4615FA6E}">
      <dgm:prSet/>
      <dgm:spPr/>
      <dgm:t>
        <a:bodyPr/>
        <a:lstStyle/>
        <a:p>
          <a:endParaRPr lang="en-US"/>
        </a:p>
      </dgm:t>
    </dgm:pt>
    <dgm:pt modelId="{2E340206-473D-4882-82FD-6B3725AD55CA}" type="sibTrans" cxnId="{0B3CDFB8-0D55-4471-8399-BC6A4615FA6E}">
      <dgm:prSet/>
      <dgm:spPr/>
      <dgm:t>
        <a:bodyPr/>
        <a:lstStyle/>
        <a:p>
          <a:endParaRPr lang="en-US"/>
        </a:p>
      </dgm:t>
    </dgm:pt>
    <dgm:pt modelId="{CE3C4957-0D04-4A7E-BCAD-23C75B881C63}">
      <dgm:prSet/>
      <dgm:spPr>
        <a:solidFill>
          <a:schemeClr val="accent2"/>
        </a:solidFill>
      </dgm:spPr>
      <dgm:t>
        <a:bodyPr/>
        <a:lstStyle/>
        <a:p>
          <a:r>
            <a:rPr lang="en-GB" dirty="0"/>
            <a:t>a read only object containing data</a:t>
          </a:r>
          <a:endParaRPr lang="en-US" dirty="0"/>
        </a:p>
      </dgm:t>
    </dgm:pt>
    <dgm:pt modelId="{01918F4F-96EF-44BF-85D7-43C040A9B376}" type="parTrans" cxnId="{3D17C0D4-4B43-4C98-A7D6-B95A13BFC5D9}">
      <dgm:prSet/>
      <dgm:spPr/>
      <dgm:t>
        <a:bodyPr/>
        <a:lstStyle/>
        <a:p>
          <a:endParaRPr lang="en-US"/>
        </a:p>
      </dgm:t>
    </dgm:pt>
    <dgm:pt modelId="{B3F87F70-6AC1-4BB4-AD6A-81B78DA9B262}" type="sibTrans" cxnId="{3D17C0D4-4B43-4C98-A7D6-B95A13BFC5D9}">
      <dgm:prSet/>
      <dgm:spPr/>
      <dgm:t>
        <a:bodyPr/>
        <a:lstStyle/>
        <a:p>
          <a:endParaRPr lang="en-US"/>
        </a:p>
      </dgm:t>
    </dgm:pt>
    <dgm:pt modelId="{E3CDB2A6-5016-4F84-9FB9-DC643A98FAB8}">
      <dgm:prSet/>
      <dgm:spPr/>
      <dgm:t>
        <a:bodyPr/>
        <a:lstStyle/>
        <a:p>
          <a:r>
            <a:rPr lang="en-GB" dirty="0"/>
            <a:t>the data may not be available or computed in the present</a:t>
          </a:r>
          <a:endParaRPr lang="en-US" dirty="0"/>
        </a:p>
      </dgm:t>
    </dgm:pt>
    <dgm:pt modelId="{EE9FF81B-4833-44E4-BDBF-318A37D17D80}" type="parTrans" cxnId="{FC2BA62F-846C-460F-9CCC-413148B21132}">
      <dgm:prSet/>
      <dgm:spPr/>
      <dgm:t>
        <a:bodyPr/>
        <a:lstStyle/>
        <a:p>
          <a:endParaRPr lang="en-US"/>
        </a:p>
      </dgm:t>
    </dgm:pt>
    <dgm:pt modelId="{DC0D9230-F349-494F-967E-3631E28C13DA}" type="sibTrans" cxnId="{FC2BA62F-846C-460F-9CCC-413148B21132}">
      <dgm:prSet/>
      <dgm:spPr/>
      <dgm:t>
        <a:bodyPr/>
        <a:lstStyle/>
        <a:p>
          <a:endParaRPr lang="en-US"/>
        </a:p>
      </dgm:t>
    </dgm:pt>
    <dgm:pt modelId="{A107FAE3-105F-4A9D-B070-FE345FD3F179}">
      <dgm:prSet/>
      <dgm:spPr/>
      <dgm:t>
        <a:bodyPr/>
        <a:lstStyle/>
        <a:p>
          <a:r>
            <a:rPr lang="en-GB"/>
            <a:t>data is promised to be available to you in the future </a:t>
          </a:r>
          <a:endParaRPr lang="en-US"/>
        </a:p>
      </dgm:t>
    </dgm:pt>
    <dgm:pt modelId="{FE8006D7-7566-4BA5-AF87-22D31C4EB003}" type="parTrans" cxnId="{8678FF9C-140C-4C0F-BEF3-7385DCC7468E}">
      <dgm:prSet/>
      <dgm:spPr/>
      <dgm:t>
        <a:bodyPr/>
        <a:lstStyle/>
        <a:p>
          <a:endParaRPr lang="en-US"/>
        </a:p>
      </dgm:t>
    </dgm:pt>
    <dgm:pt modelId="{919D6234-1BC1-437B-8B87-AB64A9127702}" type="sibTrans" cxnId="{8678FF9C-140C-4C0F-BEF3-7385DCC7468E}">
      <dgm:prSet/>
      <dgm:spPr/>
      <dgm:t>
        <a:bodyPr/>
        <a:lstStyle/>
        <a:p>
          <a:endParaRPr lang="en-US"/>
        </a:p>
      </dgm:t>
    </dgm:pt>
    <dgm:pt modelId="{075FE1D7-AFE5-4916-B741-9B1883DF0C9B}">
      <dgm:prSet/>
      <dgm:spPr>
        <a:solidFill>
          <a:schemeClr val="accent2"/>
        </a:solidFill>
      </dgm:spPr>
      <dgm:t>
        <a:bodyPr/>
        <a:lstStyle/>
        <a:p>
          <a:r>
            <a:rPr lang="en-GB"/>
            <a:t>get() method is the main purpose of a future object</a:t>
          </a:r>
          <a:endParaRPr lang="en-US"/>
        </a:p>
      </dgm:t>
    </dgm:pt>
    <dgm:pt modelId="{2BFFF7AE-CC87-4A46-9A0D-C9D9B2C908F2}" type="parTrans" cxnId="{42288B42-DB3B-4D58-A378-5AB3E419626A}">
      <dgm:prSet/>
      <dgm:spPr/>
      <dgm:t>
        <a:bodyPr/>
        <a:lstStyle/>
        <a:p>
          <a:endParaRPr lang="en-US"/>
        </a:p>
      </dgm:t>
    </dgm:pt>
    <dgm:pt modelId="{EC583973-9BEE-46BD-85CA-6C5C3C97CA17}" type="sibTrans" cxnId="{42288B42-DB3B-4D58-A378-5AB3E419626A}">
      <dgm:prSet/>
      <dgm:spPr/>
      <dgm:t>
        <a:bodyPr/>
        <a:lstStyle/>
        <a:p>
          <a:endParaRPr lang="en-US"/>
        </a:p>
      </dgm:t>
    </dgm:pt>
    <dgm:pt modelId="{CFCDDE2D-FB70-4DCD-BCA0-CCCEFAEFBE39}">
      <dgm:prSet/>
      <dgm:spPr/>
      <dgm:t>
        <a:bodyPr/>
        <a:lstStyle/>
        <a:p>
          <a:r>
            <a:rPr lang="en-GB" dirty="0"/>
            <a:t>calling this method will block until the data is available </a:t>
          </a:r>
          <a:endParaRPr lang="en-US" dirty="0"/>
        </a:p>
      </dgm:t>
    </dgm:pt>
    <dgm:pt modelId="{247309D6-420E-4DD0-B669-9B3A813856D6}" type="parTrans" cxnId="{F2B204EE-4750-4AFB-9A9C-46F5DAF5BF58}">
      <dgm:prSet/>
      <dgm:spPr/>
      <dgm:t>
        <a:bodyPr/>
        <a:lstStyle/>
        <a:p>
          <a:endParaRPr lang="en-US"/>
        </a:p>
      </dgm:t>
    </dgm:pt>
    <dgm:pt modelId="{A04042C2-A4C6-41D9-9EFF-D02343BFE382}" type="sibTrans" cxnId="{F2B204EE-4750-4AFB-9A9C-46F5DAF5BF58}">
      <dgm:prSet/>
      <dgm:spPr/>
      <dgm:t>
        <a:bodyPr/>
        <a:lstStyle/>
        <a:p>
          <a:endParaRPr lang="en-US"/>
        </a:p>
      </dgm:t>
    </dgm:pt>
    <dgm:pt modelId="{0FE5E011-307B-4A29-AB6D-C5A84F02CE4B}">
      <dgm:prSet/>
      <dgm:spPr/>
      <dgm:t>
        <a:bodyPr/>
        <a:lstStyle/>
        <a:p>
          <a:r>
            <a:rPr lang="en-GB" dirty="0"/>
            <a:t>returns a value or throws an exception</a:t>
          </a:r>
          <a:endParaRPr lang="en-US" dirty="0"/>
        </a:p>
      </dgm:t>
    </dgm:pt>
    <dgm:pt modelId="{92B061ED-82E8-4B26-BEC5-4AA0B4AB33CB}" type="parTrans" cxnId="{92E6DA98-3DB4-4782-AE8F-F91F289027A7}">
      <dgm:prSet/>
      <dgm:spPr/>
      <dgm:t>
        <a:bodyPr/>
        <a:lstStyle/>
        <a:p>
          <a:endParaRPr lang="en-US"/>
        </a:p>
      </dgm:t>
    </dgm:pt>
    <dgm:pt modelId="{A09CBB3A-D2F9-44D0-BAD9-A1BDE8A6BEA4}" type="sibTrans" cxnId="{92E6DA98-3DB4-4782-AE8F-F91F289027A7}">
      <dgm:prSet/>
      <dgm:spPr/>
      <dgm:t>
        <a:bodyPr/>
        <a:lstStyle/>
        <a:p>
          <a:endParaRPr lang="en-US"/>
        </a:p>
      </dgm:t>
    </dgm:pt>
    <dgm:pt modelId="{C91654F9-C6DA-4FEF-8FCF-74D8208ACA9A}" type="pres">
      <dgm:prSet presAssocID="{0536B45D-92FB-4DB6-94D6-F2C4FB0F3C4C}" presName="linear" presStyleCnt="0">
        <dgm:presLayoutVars>
          <dgm:dir/>
          <dgm:animLvl val="lvl"/>
          <dgm:resizeHandles val="exact"/>
        </dgm:presLayoutVars>
      </dgm:prSet>
      <dgm:spPr/>
    </dgm:pt>
    <dgm:pt modelId="{3A1D5672-7A41-4843-A7C5-5B59F73DC803}" type="pres">
      <dgm:prSet presAssocID="{13B377DB-3A0D-46C5-8061-18DA476F606E}" presName="parentLin" presStyleCnt="0"/>
      <dgm:spPr/>
    </dgm:pt>
    <dgm:pt modelId="{E088F9C9-954A-48E9-B57F-A9C04C14BCD9}" type="pres">
      <dgm:prSet presAssocID="{13B377DB-3A0D-46C5-8061-18DA476F606E}" presName="parentLeftMargin" presStyleLbl="node1" presStyleIdx="0" presStyleCnt="3"/>
      <dgm:spPr/>
    </dgm:pt>
    <dgm:pt modelId="{E4FCA244-0008-4D6A-AF56-B620D31BE77D}" type="pres">
      <dgm:prSet presAssocID="{13B377DB-3A0D-46C5-8061-18DA476F60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DA7644-1F4B-472F-A8C6-1E7FB9BC99D3}" type="pres">
      <dgm:prSet presAssocID="{13B377DB-3A0D-46C5-8061-18DA476F606E}" presName="negativeSpace" presStyleCnt="0"/>
      <dgm:spPr/>
    </dgm:pt>
    <dgm:pt modelId="{63F08750-0A39-4995-8667-5912A183CBA4}" type="pres">
      <dgm:prSet presAssocID="{13B377DB-3A0D-46C5-8061-18DA476F606E}" presName="childText" presStyleLbl="conFgAcc1" presStyleIdx="0" presStyleCnt="3">
        <dgm:presLayoutVars>
          <dgm:bulletEnabled val="1"/>
        </dgm:presLayoutVars>
      </dgm:prSet>
      <dgm:spPr/>
    </dgm:pt>
    <dgm:pt modelId="{1A0540C3-F55C-4FA2-86FA-B6F95B630BF6}" type="pres">
      <dgm:prSet presAssocID="{2E340206-473D-4882-82FD-6B3725AD55CA}" presName="spaceBetweenRectangles" presStyleCnt="0"/>
      <dgm:spPr/>
    </dgm:pt>
    <dgm:pt modelId="{55603561-024B-4ED9-932E-33C0A39E7754}" type="pres">
      <dgm:prSet presAssocID="{CE3C4957-0D04-4A7E-BCAD-23C75B881C63}" presName="parentLin" presStyleCnt="0"/>
      <dgm:spPr/>
    </dgm:pt>
    <dgm:pt modelId="{C5512615-29B6-4961-AFC0-D19E376492A3}" type="pres">
      <dgm:prSet presAssocID="{CE3C4957-0D04-4A7E-BCAD-23C75B881C63}" presName="parentLeftMargin" presStyleLbl="node1" presStyleIdx="0" presStyleCnt="3"/>
      <dgm:spPr/>
    </dgm:pt>
    <dgm:pt modelId="{39CAB644-AC3C-4F72-9D10-F7E9177ABA93}" type="pres">
      <dgm:prSet presAssocID="{CE3C4957-0D04-4A7E-BCAD-23C75B881C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89A91A-89D7-41B7-BC71-4C9F0955BEC8}" type="pres">
      <dgm:prSet presAssocID="{CE3C4957-0D04-4A7E-BCAD-23C75B881C63}" presName="negativeSpace" presStyleCnt="0"/>
      <dgm:spPr/>
    </dgm:pt>
    <dgm:pt modelId="{5B7CF10E-205E-4A49-97C5-0275B1D013F1}" type="pres">
      <dgm:prSet presAssocID="{CE3C4957-0D04-4A7E-BCAD-23C75B881C63}" presName="childText" presStyleLbl="conFgAcc1" presStyleIdx="1" presStyleCnt="3">
        <dgm:presLayoutVars>
          <dgm:bulletEnabled val="1"/>
        </dgm:presLayoutVars>
      </dgm:prSet>
      <dgm:spPr/>
    </dgm:pt>
    <dgm:pt modelId="{74A4EAB8-79ED-4D5A-81D7-D465D737C98B}" type="pres">
      <dgm:prSet presAssocID="{B3F87F70-6AC1-4BB4-AD6A-81B78DA9B262}" presName="spaceBetweenRectangles" presStyleCnt="0"/>
      <dgm:spPr/>
    </dgm:pt>
    <dgm:pt modelId="{850CB51C-2A54-4A8F-8791-517D4AF36347}" type="pres">
      <dgm:prSet presAssocID="{075FE1D7-AFE5-4916-B741-9B1883DF0C9B}" presName="parentLin" presStyleCnt="0"/>
      <dgm:spPr/>
    </dgm:pt>
    <dgm:pt modelId="{05A6F0D3-9F7A-47B7-BAC2-A0E73F482C10}" type="pres">
      <dgm:prSet presAssocID="{075FE1D7-AFE5-4916-B741-9B1883DF0C9B}" presName="parentLeftMargin" presStyleLbl="node1" presStyleIdx="1" presStyleCnt="3"/>
      <dgm:spPr/>
    </dgm:pt>
    <dgm:pt modelId="{AB2D9EC7-5F3C-40C9-8FD6-8EADA279588B}" type="pres">
      <dgm:prSet presAssocID="{075FE1D7-AFE5-4916-B741-9B1883DF0C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B132310-6F9E-4809-9161-F91BF25CBEC5}" type="pres">
      <dgm:prSet presAssocID="{075FE1D7-AFE5-4916-B741-9B1883DF0C9B}" presName="negativeSpace" presStyleCnt="0"/>
      <dgm:spPr/>
    </dgm:pt>
    <dgm:pt modelId="{0288406F-F647-4182-AE99-D4CFB6D74389}" type="pres">
      <dgm:prSet presAssocID="{075FE1D7-AFE5-4916-B741-9B1883DF0C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D47B700-1A4E-4FD8-B89C-7565494C6669}" type="presOf" srcId="{0FE5E011-307B-4A29-AB6D-C5A84F02CE4B}" destId="{0288406F-F647-4182-AE99-D4CFB6D74389}" srcOrd="0" destOrd="1" presId="urn:microsoft.com/office/officeart/2005/8/layout/list1"/>
    <dgm:cxn modelId="{0C112F24-8986-4109-B1F8-7D11411C5B95}" type="presOf" srcId="{13B377DB-3A0D-46C5-8061-18DA476F606E}" destId="{E4FCA244-0008-4D6A-AF56-B620D31BE77D}" srcOrd="1" destOrd="0" presId="urn:microsoft.com/office/officeart/2005/8/layout/list1"/>
    <dgm:cxn modelId="{FC2BA62F-846C-460F-9CCC-413148B21132}" srcId="{CE3C4957-0D04-4A7E-BCAD-23C75B881C63}" destId="{E3CDB2A6-5016-4F84-9FB9-DC643A98FAB8}" srcOrd="0" destOrd="0" parTransId="{EE9FF81B-4833-44E4-BDBF-318A37D17D80}" sibTransId="{DC0D9230-F349-494F-967E-3631E28C13DA}"/>
    <dgm:cxn modelId="{BF004036-E18C-4162-A2A1-558C0E61F6D8}" type="presOf" srcId="{13B377DB-3A0D-46C5-8061-18DA476F606E}" destId="{E088F9C9-954A-48E9-B57F-A9C04C14BCD9}" srcOrd="0" destOrd="0" presId="urn:microsoft.com/office/officeart/2005/8/layout/list1"/>
    <dgm:cxn modelId="{FF56B960-AB82-43F5-AB7A-0E9D7EABD06A}" type="presOf" srcId="{CFCDDE2D-FB70-4DCD-BCA0-CCCEFAEFBE39}" destId="{0288406F-F647-4182-AE99-D4CFB6D74389}" srcOrd="0" destOrd="0" presId="urn:microsoft.com/office/officeart/2005/8/layout/list1"/>
    <dgm:cxn modelId="{42288B42-DB3B-4D58-A378-5AB3E419626A}" srcId="{0536B45D-92FB-4DB6-94D6-F2C4FB0F3C4C}" destId="{075FE1D7-AFE5-4916-B741-9B1883DF0C9B}" srcOrd="2" destOrd="0" parTransId="{2BFFF7AE-CC87-4A46-9A0D-C9D9B2C908F2}" sibTransId="{EC583973-9BEE-46BD-85CA-6C5C3C97CA17}"/>
    <dgm:cxn modelId="{F84E4671-AE1D-4794-9929-BEEAA0CD3BE3}" type="presOf" srcId="{075FE1D7-AFE5-4916-B741-9B1883DF0C9B}" destId="{AB2D9EC7-5F3C-40C9-8FD6-8EADA279588B}" srcOrd="1" destOrd="0" presId="urn:microsoft.com/office/officeart/2005/8/layout/list1"/>
    <dgm:cxn modelId="{455E7088-39F3-4BB6-B954-E993F7A5FE69}" type="presOf" srcId="{CE3C4957-0D04-4A7E-BCAD-23C75B881C63}" destId="{39CAB644-AC3C-4F72-9D10-F7E9177ABA93}" srcOrd="1" destOrd="0" presId="urn:microsoft.com/office/officeart/2005/8/layout/list1"/>
    <dgm:cxn modelId="{4A15A38D-6D79-4327-995E-93BA7ED39D0A}" type="presOf" srcId="{0536B45D-92FB-4DB6-94D6-F2C4FB0F3C4C}" destId="{C91654F9-C6DA-4FEF-8FCF-74D8208ACA9A}" srcOrd="0" destOrd="0" presId="urn:microsoft.com/office/officeart/2005/8/layout/list1"/>
    <dgm:cxn modelId="{92E6DA98-3DB4-4782-AE8F-F91F289027A7}" srcId="{075FE1D7-AFE5-4916-B741-9B1883DF0C9B}" destId="{0FE5E011-307B-4A29-AB6D-C5A84F02CE4B}" srcOrd="1" destOrd="0" parTransId="{92B061ED-82E8-4B26-BEC5-4AA0B4AB33CB}" sibTransId="{A09CBB3A-D2F9-44D0-BAD9-A1BDE8A6BEA4}"/>
    <dgm:cxn modelId="{8678FF9C-140C-4C0F-BEF3-7385DCC7468E}" srcId="{CE3C4957-0D04-4A7E-BCAD-23C75B881C63}" destId="{A107FAE3-105F-4A9D-B070-FE345FD3F179}" srcOrd="1" destOrd="0" parTransId="{FE8006D7-7566-4BA5-AF87-22D31C4EB003}" sibTransId="{919D6234-1BC1-437B-8B87-AB64A9127702}"/>
    <dgm:cxn modelId="{0B3CDFB8-0D55-4471-8399-BC6A4615FA6E}" srcId="{0536B45D-92FB-4DB6-94D6-F2C4FB0F3C4C}" destId="{13B377DB-3A0D-46C5-8061-18DA476F606E}" srcOrd="0" destOrd="0" parTransId="{890CA1DF-B2A2-4F7E-82D7-A6EBDFE2758E}" sibTransId="{2E340206-473D-4882-82FD-6B3725AD55CA}"/>
    <dgm:cxn modelId="{5A4751C3-136C-4242-838C-ADD56BFBA0CA}" type="presOf" srcId="{A107FAE3-105F-4A9D-B070-FE345FD3F179}" destId="{5B7CF10E-205E-4A49-97C5-0275B1D013F1}" srcOrd="0" destOrd="1" presId="urn:microsoft.com/office/officeart/2005/8/layout/list1"/>
    <dgm:cxn modelId="{3F607ECF-151D-4762-B2BA-1CEDB7493DF2}" type="presOf" srcId="{075FE1D7-AFE5-4916-B741-9B1883DF0C9B}" destId="{05A6F0D3-9F7A-47B7-BAC2-A0E73F482C10}" srcOrd="0" destOrd="0" presId="urn:microsoft.com/office/officeart/2005/8/layout/list1"/>
    <dgm:cxn modelId="{3D17C0D4-4B43-4C98-A7D6-B95A13BFC5D9}" srcId="{0536B45D-92FB-4DB6-94D6-F2C4FB0F3C4C}" destId="{CE3C4957-0D04-4A7E-BCAD-23C75B881C63}" srcOrd="1" destOrd="0" parTransId="{01918F4F-96EF-44BF-85D7-43C040A9B376}" sibTransId="{B3F87F70-6AC1-4BB4-AD6A-81B78DA9B262}"/>
    <dgm:cxn modelId="{F2B204EE-4750-4AFB-9A9C-46F5DAF5BF58}" srcId="{075FE1D7-AFE5-4916-B741-9B1883DF0C9B}" destId="{CFCDDE2D-FB70-4DCD-BCA0-CCCEFAEFBE39}" srcOrd="0" destOrd="0" parTransId="{247309D6-420E-4DD0-B669-9B3A813856D6}" sibTransId="{A04042C2-A4C6-41D9-9EFF-D02343BFE382}"/>
    <dgm:cxn modelId="{754D9FF8-286B-4494-941F-3C0EB3062323}" type="presOf" srcId="{CE3C4957-0D04-4A7E-BCAD-23C75B881C63}" destId="{C5512615-29B6-4961-AFC0-D19E376492A3}" srcOrd="0" destOrd="0" presId="urn:microsoft.com/office/officeart/2005/8/layout/list1"/>
    <dgm:cxn modelId="{10CBCAFB-B881-48ED-BD32-8912118E0C12}" type="presOf" srcId="{E3CDB2A6-5016-4F84-9FB9-DC643A98FAB8}" destId="{5B7CF10E-205E-4A49-97C5-0275B1D013F1}" srcOrd="0" destOrd="0" presId="urn:microsoft.com/office/officeart/2005/8/layout/list1"/>
    <dgm:cxn modelId="{4D20401A-55C0-46BF-8225-8F36C1C1EAE6}" type="presParOf" srcId="{C91654F9-C6DA-4FEF-8FCF-74D8208ACA9A}" destId="{3A1D5672-7A41-4843-A7C5-5B59F73DC803}" srcOrd="0" destOrd="0" presId="urn:microsoft.com/office/officeart/2005/8/layout/list1"/>
    <dgm:cxn modelId="{E0D054EF-A417-4361-A6E1-CB55ED028FCC}" type="presParOf" srcId="{3A1D5672-7A41-4843-A7C5-5B59F73DC803}" destId="{E088F9C9-954A-48E9-B57F-A9C04C14BCD9}" srcOrd="0" destOrd="0" presId="urn:microsoft.com/office/officeart/2005/8/layout/list1"/>
    <dgm:cxn modelId="{0449C265-73F2-4550-8BE1-5C6DF624935D}" type="presParOf" srcId="{3A1D5672-7A41-4843-A7C5-5B59F73DC803}" destId="{E4FCA244-0008-4D6A-AF56-B620D31BE77D}" srcOrd="1" destOrd="0" presId="urn:microsoft.com/office/officeart/2005/8/layout/list1"/>
    <dgm:cxn modelId="{8BDD78D6-12E3-4962-B49F-1D22CC5D91B4}" type="presParOf" srcId="{C91654F9-C6DA-4FEF-8FCF-74D8208ACA9A}" destId="{AADA7644-1F4B-472F-A8C6-1E7FB9BC99D3}" srcOrd="1" destOrd="0" presId="urn:microsoft.com/office/officeart/2005/8/layout/list1"/>
    <dgm:cxn modelId="{C9E74DF5-9CCD-49FD-891A-F936EE9431F5}" type="presParOf" srcId="{C91654F9-C6DA-4FEF-8FCF-74D8208ACA9A}" destId="{63F08750-0A39-4995-8667-5912A183CBA4}" srcOrd="2" destOrd="0" presId="urn:microsoft.com/office/officeart/2005/8/layout/list1"/>
    <dgm:cxn modelId="{6A792A33-42DA-4F62-86BD-3177F68257A3}" type="presParOf" srcId="{C91654F9-C6DA-4FEF-8FCF-74D8208ACA9A}" destId="{1A0540C3-F55C-4FA2-86FA-B6F95B630BF6}" srcOrd="3" destOrd="0" presId="urn:microsoft.com/office/officeart/2005/8/layout/list1"/>
    <dgm:cxn modelId="{C2F3A427-0868-4B39-B4C8-2E6C4835B64F}" type="presParOf" srcId="{C91654F9-C6DA-4FEF-8FCF-74D8208ACA9A}" destId="{55603561-024B-4ED9-932E-33C0A39E7754}" srcOrd="4" destOrd="0" presId="urn:microsoft.com/office/officeart/2005/8/layout/list1"/>
    <dgm:cxn modelId="{D3D65CBD-5E68-4020-A94C-C949BAD9B6F0}" type="presParOf" srcId="{55603561-024B-4ED9-932E-33C0A39E7754}" destId="{C5512615-29B6-4961-AFC0-D19E376492A3}" srcOrd="0" destOrd="0" presId="urn:microsoft.com/office/officeart/2005/8/layout/list1"/>
    <dgm:cxn modelId="{D5C87C25-9E53-464D-9C90-A7FD07BEF897}" type="presParOf" srcId="{55603561-024B-4ED9-932E-33C0A39E7754}" destId="{39CAB644-AC3C-4F72-9D10-F7E9177ABA93}" srcOrd="1" destOrd="0" presId="urn:microsoft.com/office/officeart/2005/8/layout/list1"/>
    <dgm:cxn modelId="{1A7C3391-453A-451C-88AF-0867D94CDE4F}" type="presParOf" srcId="{C91654F9-C6DA-4FEF-8FCF-74D8208ACA9A}" destId="{1789A91A-89D7-41B7-BC71-4C9F0955BEC8}" srcOrd="5" destOrd="0" presId="urn:microsoft.com/office/officeart/2005/8/layout/list1"/>
    <dgm:cxn modelId="{B98EE180-4787-4EC1-AB9F-078EE8280456}" type="presParOf" srcId="{C91654F9-C6DA-4FEF-8FCF-74D8208ACA9A}" destId="{5B7CF10E-205E-4A49-97C5-0275B1D013F1}" srcOrd="6" destOrd="0" presId="urn:microsoft.com/office/officeart/2005/8/layout/list1"/>
    <dgm:cxn modelId="{29A142BF-44CF-4174-9386-DEF41EA2E1D4}" type="presParOf" srcId="{C91654F9-C6DA-4FEF-8FCF-74D8208ACA9A}" destId="{74A4EAB8-79ED-4D5A-81D7-D465D737C98B}" srcOrd="7" destOrd="0" presId="urn:microsoft.com/office/officeart/2005/8/layout/list1"/>
    <dgm:cxn modelId="{2FD6EFB4-568C-437B-982D-0BDC3097A9E5}" type="presParOf" srcId="{C91654F9-C6DA-4FEF-8FCF-74D8208ACA9A}" destId="{850CB51C-2A54-4A8F-8791-517D4AF36347}" srcOrd="8" destOrd="0" presId="urn:microsoft.com/office/officeart/2005/8/layout/list1"/>
    <dgm:cxn modelId="{0BA19CAF-74B6-4013-A9D4-D4EA1BCCAB84}" type="presParOf" srcId="{850CB51C-2A54-4A8F-8791-517D4AF36347}" destId="{05A6F0D3-9F7A-47B7-BAC2-A0E73F482C10}" srcOrd="0" destOrd="0" presId="urn:microsoft.com/office/officeart/2005/8/layout/list1"/>
    <dgm:cxn modelId="{EA2A9B11-F288-499E-9A0A-CAB158A766DA}" type="presParOf" srcId="{850CB51C-2A54-4A8F-8791-517D4AF36347}" destId="{AB2D9EC7-5F3C-40C9-8FD6-8EADA279588B}" srcOrd="1" destOrd="0" presId="urn:microsoft.com/office/officeart/2005/8/layout/list1"/>
    <dgm:cxn modelId="{229587B1-BE16-4850-9E4F-79EAAAA78DC4}" type="presParOf" srcId="{C91654F9-C6DA-4FEF-8FCF-74D8208ACA9A}" destId="{9B132310-6F9E-4809-9161-F91BF25CBEC5}" srcOrd="9" destOrd="0" presId="urn:microsoft.com/office/officeart/2005/8/layout/list1"/>
    <dgm:cxn modelId="{D2AA6931-B615-4AFB-97AD-EE05A85CFC7B}" type="presParOf" srcId="{C91654F9-C6DA-4FEF-8FCF-74D8208ACA9A}" destId="{0288406F-F647-4182-AE99-D4CFB6D7438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36B45D-92FB-4DB6-94D6-F2C4FB0F3C4C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B377DB-3A0D-46C5-8061-18DA476F606E}">
      <dgm:prSet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class template object</a:t>
          </a:r>
          <a:endParaRPr lang="en-US" sz="2000" dirty="0"/>
        </a:p>
      </dgm:t>
    </dgm:pt>
    <dgm:pt modelId="{890CA1DF-B2A2-4F7E-82D7-A6EBDFE2758E}" type="parTrans" cxnId="{0B3CDFB8-0D55-4471-8399-BC6A4615FA6E}">
      <dgm:prSet/>
      <dgm:spPr/>
      <dgm:t>
        <a:bodyPr/>
        <a:lstStyle/>
        <a:p>
          <a:endParaRPr lang="en-US"/>
        </a:p>
      </dgm:t>
    </dgm:pt>
    <dgm:pt modelId="{2E340206-473D-4882-82FD-6B3725AD55CA}" type="sibTrans" cxnId="{0B3CDFB8-0D55-4471-8399-BC6A4615FA6E}">
      <dgm:prSet/>
      <dgm:spPr/>
      <dgm:t>
        <a:bodyPr/>
        <a:lstStyle/>
        <a:p>
          <a:endParaRPr lang="en-US"/>
        </a:p>
      </dgm:t>
    </dgm:pt>
    <dgm:pt modelId="{CE3C4957-0D04-4A7E-BCAD-23C75B881C63}">
      <dgm:prSet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promise object has an associated future object</a:t>
          </a:r>
          <a:endParaRPr lang="en-US" sz="2000" dirty="0"/>
        </a:p>
      </dgm:t>
    </dgm:pt>
    <dgm:pt modelId="{01918F4F-96EF-44BF-85D7-43C040A9B376}" type="parTrans" cxnId="{3D17C0D4-4B43-4C98-A7D6-B95A13BFC5D9}">
      <dgm:prSet/>
      <dgm:spPr/>
      <dgm:t>
        <a:bodyPr/>
        <a:lstStyle/>
        <a:p>
          <a:endParaRPr lang="en-US"/>
        </a:p>
      </dgm:t>
    </dgm:pt>
    <dgm:pt modelId="{B3F87F70-6AC1-4BB4-AD6A-81B78DA9B262}" type="sibTrans" cxnId="{3D17C0D4-4B43-4C98-A7D6-B95A13BFC5D9}">
      <dgm:prSet/>
      <dgm:spPr/>
      <dgm:t>
        <a:bodyPr/>
        <a:lstStyle/>
        <a:p>
          <a:endParaRPr lang="en-US"/>
        </a:p>
      </dgm:t>
    </dgm:pt>
    <dgm:pt modelId="{E3CDB2A6-5016-4F84-9FB9-DC643A98FAB8}">
      <dgm:prSet custT="1"/>
      <dgm:spPr/>
      <dgm:t>
        <a:bodyPr/>
        <a:lstStyle/>
        <a:p>
          <a:r>
            <a:rPr lang="en-GB" sz="1800" dirty="0"/>
            <a:t>which is automatically instantiated when a promise is created</a:t>
          </a:r>
          <a:endParaRPr lang="en-US" sz="1800" dirty="0"/>
        </a:p>
      </dgm:t>
    </dgm:pt>
    <dgm:pt modelId="{EE9FF81B-4833-44E4-BDBF-318A37D17D80}" type="parTrans" cxnId="{FC2BA62F-846C-460F-9CCC-413148B21132}">
      <dgm:prSet/>
      <dgm:spPr/>
      <dgm:t>
        <a:bodyPr/>
        <a:lstStyle/>
        <a:p>
          <a:endParaRPr lang="en-US"/>
        </a:p>
      </dgm:t>
    </dgm:pt>
    <dgm:pt modelId="{DC0D9230-F349-494F-967E-3631E28C13DA}" type="sibTrans" cxnId="{FC2BA62F-846C-460F-9CCC-413148B21132}">
      <dgm:prSet/>
      <dgm:spPr/>
      <dgm:t>
        <a:bodyPr/>
        <a:lstStyle/>
        <a:p>
          <a:endParaRPr lang="en-US"/>
        </a:p>
      </dgm:t>
    </dgm:pt>
    <dgm:pt modelId="{A107FAE3-105F-4A9D-B070-FE345FD3F179}">
      <dgm:prSet custT="1"/>
      <dgm:spPr/>
      <dgm:t>
        <a:bodyPr/>
        <a:lstStyle/>
        <a:p>
          <a:r>
            <a:rPr lang="en-GB" sz="1800" dirty="0"/>
            <a:t>the only public constructor for a future object creates an empty or invalid future</a:t>
          </a:r>
          <a:endParaRPr lang="en-US" sz="1800" dirty="0"/>
        </a:p>
      </dgm:t>
    </dgm:pt>
    <dgm:pt modelId="{FE8006D7-7566-4BA5-AF87-22D31C4EB003}" type="parTrans" cxnId="{8678FF9C-140C-4C0F-BEF3-7385DCC7468E}">
      <dgm:prSet/>
      <dgm:spPr/>
      <dgm:t>
        <a:bodyPr/>
        <a:lstStyle/>
        <a:p>
          <a:endParaRPr lang="en-US"/>
        </a:p>
      </dgm:t>
    </dgm:pt>
    <dgm:pt modelId="{919D6234-1BC1-437B-8B87-AB64A9127702}" type="sibTrans" cxnId="{8678FF9C-140C-4C0F-BEF3-7385DCC7468E}">
      <dgm:prSet/>
      <dgm:spPr/>
      <dgm:t>
        <a:bodyPr/>
        <a:lstStyle/>
        <a:p>
          <a:endParaRPr lang="en-US"/>
        </a:p>
      </dgm:t>
    </dgm:pt>
    <dgm:pt modelId="{075FE1D7-AFE5-4916-B741-9B1883DF0C9B}">
      <dgm:prSet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promise object guarantees it will take "the value returned" by the function and place in the future object at some point in time</a:t>
          </a:r>
          <a:endParaRPr lang="en-US" sz="2000" dirty="0"/>
        </a:p>
      </dgm:t>
    </dgm:pt>
    <dgm:pt modelId="{2BFFF7AE-CC87-4A46-9A0D-C9D9B2C908F2}" type="parTrans" cxnId="{42288B42-DB3B-4D58-A378-5AB3E419626A}">
      <dgm:prSet/>
      <dgm:spPr/>
      <dgm:t>
        <a:bodyPr/>
        <a:lstStyle/>
        <a:p>
          <a:endParaRPr lang="en-US"/>
        </a:p>
      </dgm:t>
    </dgm:pt>
    <dgm:pt modelId="{EC583973-9BEE-46BD-85CA-6C5C3C97CA17}" type="sibTrans" cxnId="{42288B42-DB3B-4D58-A378-5AB3E419626A}">
      <dgm:prSet/>
      <dgm:spPr/>
      <dgm:t>
        <a:bodyPr/>
        <a:lstStyle/>
        <a:p>
          <a:endParaRPr lang="en-US"/>
        </a:p>
      </dgm:t>
    </dgm:pt>
    <dgm:pt modelId="{C91654F9-C6DA-4FEF-8FCF-74D8208ACA9A}" type="pres">
      <dgm:prSet presAssocID="{0536B45D-92FB-4DB6-94D6-F2C4FB0F3C4C}" presName="linear" presStyleCnt="0">
        <dgm:presLayoutVars>
          <dgm:dir/>
          <dgm:animLvl val="lvl"/>
          <dgm:resizeHandles val="exact"/>
        </dgm:presLayoutVars>
      </dgm:prSet>
      <dgm:spPr/>
    </dgm:pt>
    <dgm:pt modelId="{3A1D5672-7A41-4843-A7C5-5B59F73DC803}" type="pres">
      <dgm:prSet presAssocID="{13B377DB-3A0D-46C5-8061-18DA476F606E}" presName="parentLin" presStyleCnt="0"/>
      <dgm:spPr/>
    </dgm:pt>
    <dgm:pt modelId="{E088F9C9-954A-48E9-B57F-A9C04C14BCD9}" type="pres">
      <dgm:prSet presAssocID="{13B377DB-3A0D-46C5-8061-18DA476F606E}" presName="parentLeftMargin" presStyleLbl="node1" presStyleIdx="0" presStyleCnt="3"/>
      <dgm:spPr/>
    </dgm:pt>
    <dgm:pt modelId="{E4FCA244-0008-4D6A-AF56-B620D31BE77D}" type="pres">
      <dgm:prSet presAssocID="{13B377DB-3A0D-46C5-8061-18DA476F60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DA7644-1F4B-472F-A8C6-1E7FB9BC99D3}" type="pres">
      <dgm:prSet presAssocID="{13B377DB-3A0D-46C5-8061-18DA476F606E}" presName="negativeSpace" presStyleCnt="0"/>
      <dgm:spPr/>
    </dgm:pt>
    <dgm:pt modelId="{63F08750-0A39-4995-8667-5912A183CBA4}" type="pres">
      <dgm:prSet presAssocID="{13B377DB-3A0D-46C5-8061-18DA476F606E}" presName="childText" presStyleLbl="conFgAcc1" presStyleIdx="0" presStyleCnt="3">
        <dgm:presLayoutVars>
          <dgm:bulletEnabled val="1"/>
        </dgm:presLayoutVars>
      </dgm:prSet>
      <dgm:spPr/>
    </dgm:pt>
    <dgm:pt modelId="{1A0540C3-F55C-4FA2-86FA-B6F95B630BF6}" type="pres">
      <dgm:prSet presAssocID="{2E340206-473D-4882-82FD-6B3725AD55CA}" presName="spaceBetweenRectangles" presStyleCnt="0"/>
      <dgm:spPr/>
    </dgm:pt>
    <dgm:pt modelId="{55603561-024B-4ED9-932E-33C0A39E7754}" type="pres">
      <dgm:prSet presAssocID="{CE3C4957-0D04-4A7E-BCAD-23C75B881C63}" presName="parentLin" presStyleCnt="0"/>
      <dgm:spPr/>
    </dgm:pt>
    <dgm:pt modelId="{C5512615-29B6-4961-AFC0-D19E376492A3}" type="pres">
      <dgm:prSet presAssocID="{CE3C4957-0D04-4A7E-BCAD-23C75B881C63}" presName="parentLeftMargin" presStyleLbl="node1" presStyleIdx="0" presStyleCnt="3"/>
      <dgm:spPr/>
    </dgm:pt>
    <dgm:pt modelId="{39CAB644-AC3C-4F72-9D10-F7E9177ABA93}" type="pres">
      <dgm:prSet presAssocID="{CE3C4957-0D04-4A7E-BCAD-23C75B881C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89A91A-89D7-41B7-BC71-4C9F0955BEC8}" type="pres">
      <dgm:prSet presAssocID="{CE3C4957-0D04-4A7E-BCAD-23C75B881C63}" presName="negativeSpace" presStyleCnt="0"/>
      <dgm:spPr/>
    </dgm:pt>
    <dgm:pt modelId="{5B7CF10E-205E-4A49-97C5-0275B1D013F1}" type="pres">
      <dgm:prSet presAssocID="{CE3C4957-0D04-4A7E-BCAD-23C75B881C63}" presName="childText" presStyleLbl="conFgAcc1" presStyleIdx="1" presStyleCnt="3">
        <dgm:presLayoutVars>
          <dgm:bulletEnabled val="1"/>
        </dgm:presLayoutVars>
      </dgm:prSet>
      <dgm:spPr/>
    </dgm:pt>
    <dgm:pt modelId="{74A4EAB8-79ED-4D5A-81D7-D465D737C98B}" type="pres">
      <dgm:prSet presAssocID="{B3F87F70-6AC1-4BB4-AD6A-81B78DA9B262}" presName="spaceBetweenRectangles" presStyleCnt="0"/>
      <dgm:spPr/>
    </dgm:pt>
    <dgm:pt modelId="{850CB51C-2A54-4A8F-8791-517D4AF36347}" type="pres">
      <dgm:prSet presAssocID="{075FE1D7-AFE5-4916-B741-9B1883DF0C9B}" presName="parentLin" presStyleCnt="0"/>
      <dgm:spPr/>
    </dgm:pt>
    <dgm:pt modelId="{05A6F0D3-9F7A-47B7-BAC2-A0E73F482C10}" type="pres">
      <dgm:prSet presAssocID="{075FE1D7-AFE5-4916-B741-9B1883DF0C9B}" presName="parentLeftMargin" presStyleLbl="node1" presStyleIdx="1" presStyleCnt="3"/>
      <dgm:spPr/>
    </dgm:pt>
    <dgm:pt modelId="{AB2D9EC7-5F3C-40C9-8FD6-8EADA279588B}" type="pres">
      <dgm:prSet presAssocID="{075FE1D7-AFE5-4916-B741-9B1883DF0C9B}" presName="parentText" presStyleLbl="node1" presStyleIdx="2" presStyleCnt="3" custScaleY="184096">
        <dgm:presLayoutVars>
          <dgm:chMax val="0"/>
          <dgm:bulletEnabled val="1"/>
        </dgm:presLayoutVars>
      </dgm:prSet>
      <dgm:spPr/>
    </dgm:pt>
    <dgm:pt modelId="{9B132310-6F9E-4809-9161-F91BF25CBEC5}" type="pres">
      <dgm:prSet presAssocID="{075FE1D7-AFE5-4916-B741-9B1883DF0C9B}" presName="negativeSpace" presStyleCnt="0"/>
      <dgm:spPr/>
    </dgm:pt>
    <dgm:pt modelId="{0288406F-F647-4182-AE99-D4CFB6D74389}" type="pres">
      <dgm:prSet presAssocID="{075FE1D7-AFE5-4916-B741-9B1883DF0C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C2BA62F-846C-460F-9CCC-413148B21132}" srcId="{CE3C4957-0D04-4A7E-BCAD-23C75B881C63}" destId="{E3CDB2A6-5016-4F84-9FB9-DC643A98FAB8}" srcOrd="0" destOrd="0" parTransId="{EE9FF81B-4833-44E4-BDBF-318A37D17D80}" sibTransId="{DC0D9230-F349-494F-967E-3631E28C13DA}"/>
    <dgm:cxn modelId="{49A2CC2F-087E-4293-94E2-35894293CE24}" type="presOf" srcId="{075FE1D7-AFE5-4916-B741-9B1883DF0C9B}" destId="{AB2D9EC7-5F3C-40C9-8FD6-8EADA279588B}" srcOrd="1" destOrd="0" presId="urn:microsoft.com/office/officeart/2005/8/layout/list1"/>
    <dgm:cxn modelId="{D499E63F-86BC-4BA3-B7F2-7FF04963BDC3}" type="presOf" srcId="{A107FAE3-105F-4A9D-B070-FE345FD3F179}" destId="{5B7CF10E-205E-4A49-97C5-0275B1D013F1}" srcOrd="0" destOrd="1" presId="urn:microsoft.com/office/officeart/2005/8/layout/list1"/>
    <dgm:cxn modelId="{8F338B5E-9F88-4F36-A432-6DB0F3A9B5D1}" type="presOf" srcId="{075FE1D7-AFE5-4916-B741-9B1883DF0C9B}" destId="{05A6F0D3-9F7A-47B7-BAC2-A0E73F482C10}" srcOrd="0" destOrd="0" presId="urn:microsoft.com/office/officeart/2005/8/layout/list1"/>
    <dgm:cxn modelId="{42288B42-DB3B-4D58-A378-5AB3E419626A}" srcId="{0536B45D-92FB-4DB6-94D6-F2C4FB0F3C4C}" destId="{075FE1D7-AFE5-4916-B741-9B1883DF0C9B}" srcOrd="2" destOrd="0" parTransId="{2BFFF7AE-CC87-4A46-9A0D-C9D9B2C908F2}" sibTransId="{EC583973-9BEE-46BD-85CA-6C5C3C97CA17}"/>
    <dgm:cxn modelId="{5CF04969-FF9E-4BA6-8179-6AE7175F2191}" type="presOf" srcId="{13B377DB-3A0D-46C5-8061-18DA476F606E}" destId="{E088F9C9-954A-48E9-B57F-A9C04C14BCD9}" srcOrd="0" destOrd="0" presId="urn:microsoft.com/office/officeart/2005/8/layout/list1"/>
    <dgm:cxn modelId="{07863073-42B8-45BB-B0C7-F4BC88DE349B}" type="presOf" srcId="{13B377DB-3A0D-46C5-8061-18DA476F606E}" destId="{E4FCA244-0008-4D6A-AF56-B620D31BE77D}" srcOrd="1" destOrd="0" presId="urn:microsoft.com/office/officeart/2005/8/layout/list1"/>
    <dgm:cxn modelId="{30C1897D-AD29-4414-9E35-67F62E83A562}" type="presOf" srcId="{E3CDB2A6-5016-4F84-9FB9-DC643A98FAB8}" destId="{5B7CF10E-205E-4A49-97C5-0275B1D013F1}" srcOrd="0" destOrd="0" presId="urn:microsoft.com/office/officeart/2005/8/layout/list1"/>
    <dgm:cxn modelId="{4A15A38D-6D79-4327-995E-93BA7ED39D0A}" type="presOf" srcId="{0536B45D-92FB-4DB6-94D6-F2C4FB0F3C4C}" destId="{C91654F9-C6DA-4FEF-8FCF-74D8208ACA9A}" srcOrd="0" destOrd="0" presId="urn:microsoft.com/office/officeart/2005/8/layout/list1"/>
    <dgm:cxn modelId="{2F76C893-E3CB-4D59-8186-EC472D5EEBE0}" type="presOf" srcId="{CE3C4957-0D04-4A7E-BCAD-23C75B881C63}" destId="{39CAB644-AC3C-4F72-9D10-F7E9177ABA93}" srcOrd="1" destOrd="0" presId="urn:microsoft.com/office/officeart/2005/8/layout/list1"/>
    <dgm:cxn modelId="{8678FF9C-140C-4C0F-BEF3-7385DCC7468E}" srcId="{CE3C4957-0D04-4A7E-BCAD-23C75B881C63}" destId="{A107FAE3-105F-4A9D-B070-FE345FD3F179}" srcOrd="1" destOrd="0" parTransId="{FE8006D7-7566-4BA5-AF87-22D31C4EB003}" sibTransId="{919D6234-1BC1-437B-8B87-AB64A9127702}"/>
    <dgm:cxn modelId="{0B3CDFB8-0D55-4471-8399-BC6A4615FA6E}" srcId="{0536B45D-92FB-4DB6-94D6-F2C4FB0F3C4C}" destId="{13B377DB-3A0D-46C5-8061-18DA476F606E}" srcOrd="0" destOrd="0" parTransId="{890CA1DF-B2A2-4F7E-82D7-A6EBDFE2758E}" sibTransId="{2E340206-473D-4882-82FD-6B3725AD55CA}"/>
    <dgm:cxn modelId="{3D17C0D4-4B43-4C98-A7D6-B95A13BFC5D9}" srcId="{0536B45D-92FB-4DB6-94D6-F2C4FB0F3C4C}" destId="{CE3C4957-0D04-4A7E-BCAD-23C75B881C63}" srcOrd="1" destOrd="0" parTransId="{01918F4F-96EF-44BF-85D7-43C040A9B376}" sibTransId="{B3F87F70-6AC1-4BB4-AD6A-81B78DA9B262}"/>
    <dgm:cxn modelId="{D037EDE1-FD03-4C72-B992-94350DAF3DE6}" type="presOf" srcId="{CE3C4957-0D04-4A7E-BCAD-23C75B881C63}" destId="{C5512615-29B6-4961-AFC0-D19E376492A3}" srcOrd="0" destOrd="0" presId="urn:microsoft.com/office/officeart/2005/8/layout/list1"/>
    <dgm:cxn modelId="{75D5F067-7F2F-416B-B687-2DD292758D82}" type="presParOf" srcId="{C91654F9-C6DA-4FEF-8FCF-74D8208ACA9A}" destId="{3A1D5672-7A41-4843-A7C5-5B59F73DC803}" srcOrd="0" destOrd="0" presId="urn:microsoft.com/office/officeart/2005/8/layout/list1"/>
    <dgm:cxn modelId="{FE2A4ECB-CFF7-4EE7-921A-E5B741C3AED3}" type="presParOf" srcId="{3A1D5672-7A41-4843-A7C5-5B59F73DC803}" destId="{E088F9C9-954A-48E9-B57F-A9C04C14BCD9}" srcOrd="0" destOrd="0" presId="urn:microsoft.com/office/officeart/2005/8/layout/list1"/>
    <dgm:cxn modelId="{445F4A39-5344-4972-91D9-813E8D89DB61}" type="presParOf" srcId="{3A1D5672-7A41-4843-A7C5-5B59F73DC803}" destId="{E4FCA244-0008-4D6A-AF56-B620D31BE77D}" srcOrd="1" destOrd="0" presId="urn:microsoft.com/office/officeart/2005/8/layout/list1"/>
    <dgm:cxn modelId="{FB28B6B6-6550-4C73-8FFA-983B771568BD}" type="presParOf" srcId="{C91654F9-C6DA-4FEF-8FCF-74D8208ACA9A}" destId="{AADA7644-1F4B-472F-A8C6-1E7FB9BC99D3}" srcOrd="1" destOrd="0" presId="urn:microsoft.com/office/officeart/2005/8/layout/list1"/>
    <dgm:cxn modelId="{DDC778FF-F1ED-4031-BDB0-8EAEC7EE900E}" type="presParOf" srcId="{C91654F9-C6DA-4FEF-8FCF-74D8208ACA9A}" destId="{63F08750-0A39-4995-8667-5912A183CBA4}" srcOrd="2" destOrd="0" presId="urn:microsoft.com/office/officeart/2005/8/layout/list1"/>
    <dgm:cxn modelId="{07578018-6BEE-4D21-A7D3-6F1750390BA1}" type="presParOf" srcId="{C91654F9-C6DA-4FEF-8FCF-74D8208ACA9A}" destId="{1A0540C3-F55C-4FA2-86FA-B6F95B630BF6}" srcOrd="3" destOrd="0" presId="urn:microsoft.com/office/officeart/2005/8/layout/list1"/>
    <dgm:cxn modelId="{3590AE32-C76E-4059-AC51-AA4243689551}" type="presParOf" srcId="{C91654F9-C6DA-4FEF-8FCF-74D8208ACA9A}" destId="{55603561-024B-4ED9-932E-33C0A39E7754}" srcOrd="4" destOrd="0" presId="urn:microsoft.com/office/officeart/2005/8/layout/list1"/>
    <dgm:cxn modelId="{8894DA2D-183C-4E70-96E3-D42888CA5E1D}" type="presParOf" srcId="{55603561-024B-4ED9-932E-33C0A39E7754}" destId="{C5512615-29B6-4961-AFC0-D19E376492A3}" srcOrd="0" destOrd="0" presId="urn:microsoft.com/office/officeart/2005/8/layout/list1"/>
    <dgm:cxn modelId="{DF8E26BC-DB09-40C3-BE28-F32CF39941CE}" type="presParOf" srcId="{55603561-024B-4ED9-932E-33C0A39E7754}" destId="{39CAB644-AC3C-4F72-9D10-F7E9177ABA93}" srcOrd="1" destOrd="0" presId="urn:microsoft.com/office/officeart/2005/8/layout/list1"/>
    <dgm:cxn modelId="{20CB9ECB-C64D-4EFF-A74A-3E3CCBEA86A3}" type="presParOf" srcId="{C91654F9-C6DA-4FEF-8FCF-74D8208ACA9A}" destId="{1789A91A-89D7-41B7-BC71-4C9F0955BEC8}" srcOrd="5" destOrd="0" presId="urn:microsoft.com/office/officeart/2005/8/layout/list1"/>
    <dgm:cxn modelId="{3C9702AD-74A1-42CB-A0E6-BF36A8B61AE5}" type="presParOf" srcId="{C91654F9-C6DA-4FEF-8FCF-74D8208ACA9A}" destId="{5B7CF10E-205E-4A49-97C5-0275B1D013F1}" srcOrd="6" destOrd="0" presId="urn:microsoft.com/office/officeart/2005/8/layout/list1"/>
    <dgm:cxn modelId="{605D5B4A-C311-4B3B-854F-30362ABDABD3}" type="presParOf" srcId="{C91654F9-C6DA-4FEF-8FCF-74D8208ACA9A}" destId="{74A4EAB8-79ED-4D5A-81D7-D465D737C98B}" srcOrd="7" destOrd="0" presId="urn:microsoft.com/office/officeart/2005/8/layout/list1"/>
    <dgm:cxn modelId="{E67122EB-410B-4C76-BB11-FD0EE3E37874}" type="presParOf" srcId="{C91654F9-C6DA-4FEF-8FCF-74D8208ACA9A}" destId="{850CB51C-2A54-4A8F-8791-517D4AF36347}" srcOrd="8" destOrd="0" presId="urn:microsoft.com/office/officeart/2005/8/layout/list1"/>
    <dgm:cxn modelId="{1B015CA9-FBBC-43EE-A672-3461F84A09C5}" type="presParOf" srcId="{850CB51C-2A54-4A8F-8791-517D4AF36347}" destId="{05A6F0D3-9F7A-47B7-BAC2-A0E73F482C10}" srcOrd="0" destOrd="0" presId="urn:microsoft.com/office/officeart/2005/8/layout/list1"/>
    <dgm:cxn modelId="{3362E9BC-F776-4815-80AE-40630C7EA80E}" type="presParOf" srcId="{850CB51C-2A54-4A8F-8791-517D4AF36347}" destId="{AB2D9EC7-5F3C-40C9-8FD6-8EADA279588B}" srcOrd="1" destOrd="0" presId="urn:microsoft.com/office/officeart/2005/8/layout/list1"/>
    <dgm:cxn modelId="{31210A18-6128-40FE-AFE8-00FBBBEEDD57}" type="presParOf" srcId="{C91654F9-C6DA-4FEF-8FCF-74D8208ACA9A}" destId="{9B132310-6F9E-4809-9161-F91BF25CBEC5}" srcOrd="9" destOrd="0" presId="urn:microsoft.com/office/officeart/2005/8/layout/list1"/>
    <dgm:cxn modelId="{272B90A1-6B45-41CE-9BCE-55FCB51467DF}" type="presParOf" srcId="{C91654F9-C6DA-4FEF-8FCF-74D8208ACA9A}" destId="{0288406F-F647-4182-AE99-D4CFB6D7438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A953E7-5D82-4380-A686-05F411E46911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C6643FD-BF6A-4193-9F6C-D4659F08EF60}">
      <dgm:prSet/>
      <dgm:spPr/>
      <dgm:t>
        <a:bodyPr/>
        <a:lstStyle/>
        <a:p>
          <a:r>
            <a:rPr lang="en-GB" b="1"/>
            <a:t>Use Them When:</a:t>
          </a:r>
          <a:endParaRPr lang="en-US"/>
        </a:p>
      </dgm:t>
    </dgm:pt>
    <dgm:pt modelId="{C25E5872-DBE0-4C0E-ACA6-F429E3D7B312}" type="parTrans" cxnId="{CA32583E-FB5A-4AEA-8746-378DC7A6B248}">
      <dgm:prSet/>
      <dgm:spPr/>
      <dgm:t>
        <a:bodyPr/>
        <a:lstStyle/>
        <a:p>
          <a:endParaRPr lang="en-US"/>
        </a:p>
      </dgm:t>
    </dgm:pt>
    <dgm:pt modelId="{AD60447E-F260-4ED9-9819-658292D184E5}" type="sibTrans" cxnId="{CA32583E-FB5A-4AEA-8746-378DC7A6B248}">
      <dgm:prSet/>
      <dgm:spPr/>
      <dgm:t>
        <a:bodyPr/>
        <a:lstStyle/>
        <a:p>
          <a:endParaRPr lang="en-US"/>
        </a:p>
      </dgm:t>
    </dgm:pt>
    <dgm:pt modelId="{583E95E8-70EC-4794-ABEF-6E33962ABE9B}">
      <dgm:prSet/>
      <dgm:spPr/>
      <dgm:t>
        <a:bodyPr/>
        <a:lstStyle/>
        <a:p>
          <a:r>
            <a:rPr lang="en-GB"/>
            <a:t>Tasks take time but can run independently</a:t>
          </a:r>
          <a:endParaRPr lang="en-US"/>
        </a:p>
      </dgm:t>
    </dgm:pt>
    <dgm:pt modelId="{D730B8CC-35D3-430C-B12E-725A769D9217}" type="parTrans" cxnId="{BA1D8B7B-2864-4AB6-87C5-4836E8CDAA16}">
      <dgm:prSet/>
      <dgm:spPr/>
      <dgm:t>
        <a:bodyPr/>
        <a:lstStyle/>
        <a:p>
          <a:endParaRPr lang="en-US"/>
        </a:p>
      </dgm:t>
    </dgm:pt>
    <dgm:pt modelId="{063B6272-1564-4531-9889-A500254361F7}" type="sibTrans" cxnId="{BA1D8B7B-2864-4AB6-87C5-4836E8CDAA16}">
      <dgm:prSet/>
      <dgm:spPr/>
      <dgm:t>
        <a:bodyPr/>
        <a:lstStyle/>
        <a:p>
          <a:endParaRPr lang="en-US"/>
        </a:p>
      </dgm:t>
    </dgm:pt>
    <dgm:pt modelId="{B8B32BB2-FD42-4250-B794-8EE098BE0ABE}">
      <dgm:prSet/>
      <dgm:spPr/>
      <dgm:t>
        <a:bodyPr/>
        <a:lstStyle/>
        <a:p>
          <a:r>
            <a:rPr lang="en-GB"/>
            <a:t>You need to </a:t>
          </a:r>
          <a:r>
            <a:rPr lang="en-GB" b="1"/>
            <a:t>continue other work</a:t>
          </a:r>
          <a:r>
            <a:rPr lang="en-GB"/>
            <a:t> while waiting for results</a:t>
          </a:r>
          <a:endParaRPr lang="en-US"/>
        </a:p>
      </dgm:t>
    </dgm:pt>
    <dgm:pt modelId="{D042A644-A5DA-4572-9FFF-EA3AD0D65EA3}" type="parTrans" cxnId="{32DCA5F4-4ECC-4679-A711-63BDC444D6BE}">
      <dgm:prSet/>
      <dgm:spPr/>
      <dgm:t>
        <a:bodyPr/>
        <a:lstStyle/>
        <a:p>
          <a:endParaRPr lang="en-US"/>
        </a:p>
      </dgm:t>
    </dgm:pt>
    <dgm:pt modelId="{C195BB6D-299C-461B-AB46-FD1414AB078E}" type="sibTrans" cxnId="{32DCA5F4-4ECC-4679-A711-63BDC444D6BE}">
      <dgm:prSet/>
      <dgm:spPr/>
      <dgm:t>
        <a:bodyPr/>
        <a:lstStyle/>
        <a:p>
          <a:endParaRPr lang="en-US"/>
        </a:p>
      </dgm:t>
    </dgm:pt>
    <dgm:pt modelId="{A45A754C-381B-492C-9ED8-45C5FA432FCC}">
      <dgm:prSet/>
      <dgm:spPr/>
      <dgm:t>
        <a:bodyPr/>
        <a:lstStyle/>
        <a:p>
          <a:r>
            <a:rPr lang="en-GB"/>
            <a:t>Working with </a:t>
          </a:r>
          <a:r>
            <a:rPr lang="en-GB" b="1"/>
            <a:t>I/O</a:t>
          </a:r>
          <a:r>
            <a:rPr lang="en-GB"/>
            <a:t>, </a:t>
          </a:r>
          <a:r>
            <a:rPr lang="en-GB" b="1"/>
            <a:t>network calls</a:t>
          </a:r>
          <a:r>
            <a:rPr lang="en-GB"/>
            <a:t>, or </a:t>
          </a:r>
          <a:r>
            <a:rPr lang="en-GB" b="1"/>
            <a:t>database queries</a:t>
          </a:r>
          <a:endParaRPr lang="en-US"/>
        </a:p>
      </dgm:t>
    </dgm:pt>
    <dgm:pt modelId="{2FEAB725-8D99-496F-8789-B26ADC509952}" type="parTrans" cxnId="{B53E2999-6174-4755-9A3B-6803DC9293CB}">
      <dgm:prSet/>
      <dgm:spPr/>
      <dgm:t>
        <a:bodyPr/>
        <a:lstStyle/>
        <a:p>
          <a:endParaRPr lang="en-US"/>
        </a:p>
      </dgm:t>
    </dgm:pt>
    <dgm:pt modelId="{2AFA266C-9440-4AC7-852B-1DF673E8D76B}" type="sibTrans" cxnId="{B53E2999-6174-4755-9A3B-6803DC9293CB}">
      <dgm:prSet/>
      <dgm:spPr/>
      <dgm:t>
        <a:bodyPr/>
        <a:lstStyle/>
        <a:p>
          <a:endParaRPr lang="en-US"/>
        </a:p>
      </dgm:t>
    </dgm:pt>
    <dgm:pt modelId="{EFF026BB-2A8B-4F1B-8710-AA8C52C9A825}">
      <dgm:prSet/>
      <dgm:spPr/>
      <dgm:t>
        <a:bodyPr/>
        <a:lstStyle/>
        <a:p>
          <a:r>
            <a:rPr lang="en-GB"/>
            <a:t>Combining results from multiple concurrent computations</a:t>
          </a:r>
          <a:endParaRPr lang="en-US"/>
        </a:p>
      </dgm:t>
    </dgm:pt>
    <dgm:pt modelId="{CAF18343-3FE1-4D29-9305-A8BD05A4F44A}" type="parTrans" cxnId="{541C7FAB-0628-43FE-B5F6-764EDADC03C1}">
      <dgm:prSet/>
      <dgm:spPr/>
      <dgm:t>
        <a:bodyPr/>
        <a:lstStyle/>
        <a:p>
          <a:endParaRPr lang="en-US"/>
        </a:p>
      </dgm:t>
    </dgm:pt>
    <dgm:pt modelId="{815FCDFE-A766-4943-81B4-C4AC24B50E7F}" type="sibTrans" cxnId="{541C7FAB-0628-43FE-B5F6-764EDADC03C1}">
      <dgm:prSet/>
      <dgm:spPr/>
      <dgm:t>
        <a:bodyPr/>
        <a:lstStyle/>
        <a:p>
          <a:endParaRPr lang="en-US"/>
        </a:p>
      </dgm:t>
    </dgm:pt>
    <dgm:pt modelId="{9C9497A9-A2A2-4C12-9B55-BAAAF1820FF1}" type="pres">
      <dgm:prSet presAssocID="{C3A953E7-5D82-4380-A686-05F411E46911}" presName="outerComposite" presStyleCnt="0">
        <dgm:presLayoutVars>
          <dgm:chMax val="5"/>
          <dgm:dir/>
          <dgm:resizeHandles val="exact"/>
        </dgm:presLayoutVars>
      </dgm:prSet>
      <dgm:spPr/>
    </dgm:pt>
    <dgm:pt modelId="{5160E418-5BF5-412D-A1DD-69A5B018974E}" type="pres">
      <dgm:prSet presAssocID="{C3A953E7-5D82-4380-A686-05F411E46911}" presName="dummyMaxCanvas" presStyleCnt="0">
        <dgm:presLayoutVars/>
      </dgm:prSet>
      <dgm:spPr/>
    </dgm:pt>
    <dgm:pt modelId="{131EBDD3-72C4-401E-90CA-3D98D6CC7853}" type="pres">
      <dgm:prSet presAssocID="{C3A953E7-5D82-4380-A686-05F411E46911}" presName="FiveNodes_1" presStyleLbl="node1" presStyleIdx="0" presStyleCnt="5">
        <dgm:presLayoutVars>
          <dgm:bulletEnabled val="1"/>
        </dgm:presLayoutVars>
      </dgm:prSet>
      <dgm:spPr/>
    </dgm:pt>
    <dgm:pt modelId="{3FB28CAF-B928-4A97-92A1-B38C3445888D}" type="pres">
      <dgm:prSet presAssocID="{C3A953E7-5D82-4380-A686-05F411E46911}" presName="FiveNodes_2" presStyleLbl="node1" presStyleIdx="1" presStyleCnt="5">
        <dgm:presLayoutVars>
          <dgm:bulletEnabled val="1"/>
        </dgm:presLayoutVars>
      </dgm:prSet>
      <dgm:spPr/>
    </dgm:pt>
    <dgm:pt modelId="{7736CDD2-44F7-4F16-AE09-0CE3D2A5EABE}" type="pres">
      <dgm:prSet presAssocID="{C3A953E7-5D82-4380-A686-05F411E46911}" presName="FiveNodes_3" presStyleLbl="node1" presStyleIdx="2" presStyleCnt="5">
        <dgm:presLayoutVars>
          <dgm:bulletEnabled val="1"/>
        </dgm:presLayoutVars>
      </dgm:prSet>
      <dgm:spPr/>
    </dgm:pt>
    <dgm:pt modelId="{317045FF-8A19-4EBB-BB1B-14811A222CC9}" type="pres">
      <dgm:prSet presAssocID="{C3A953E7-5D82-4380-A686-05F411E46911}" presName="FiveNodes_4" presStyleLbl="node1" presStyleIdx="3" presStyleCnt="5">
        <dgm:presLayoutVars>
          <dgm:bulletEnabled val="1"/>
        </dgm:presLayoutVars>
      </dgm:prSet>
      <dgm:spPr/>
    </dgm:pt>
    <dgm:pt modelId="{FE36405C-F668-41B6-8801-1E96EA39AB6E}" type="pres">
      <dgm:prSet presAssocID="{C3A953E7-5D82-4380-A686-05F411E46911}" presName="FiveNodes_5" presStyleLbl="node1" presStyleIdx="4" presStyleCnt="5">
        <dgm:presLayoutVars>
          <dgm:bulletEnabled val="1"/>
        </dgm:presLayoutVars>
      </dgm:prSet>
      <dgm:spPr/>
    </dgm:pt>
    <dgm:pt modelId="{80D60915-84A2-4559-9E6B-BD908BD66F3F}" type="pres">
      <dgm:prSet presAssocID="{C3A953E7-5D82-4380-A686-05F411E46911}" presName="FiveConn_1-2" presStyleLbl="fgAccFollowNode1" presStyleIdx="0" presStyleCnt="4">
        <dgm:presLayoutVars>
          <dgm:bulletEnabled val="1"/>
        </dgm:presLayoutVars>
      </dgm:prSet>
      <dgm:spPr/>
    </dgm:pt>
    <dgm:pt modelId="{BA49332B-4157-4EF5-AF53-4EA3B830F36A}" type="pres">
      <dgm:prSet presAssocID="{C3A953E7-5D82-4380-A686-05F411E46911}" presName="FiveConn_2-3" presStyleLbl="fgAccFollowNode1" presStyleIdx="1" presStyleCnt="4">
        <dgm:presLayoutVars>
          <dgm:bulletEnabled val="1"/>
        </dgm:presLayoutVars>
      </dgm:prSet>
      <dgm:spPr/>
    </dgm:pt>
    <dgm:pt modelId="{3826C527-52B6-482A-A092-655C8E559F06}" type="pres">
      <dgm:prSet presAssocID="{C3A953E7-5D82-4380-A686-05F411E46911}" presName="FiveConn_3-4" presStyleLbl="fgAccFollowNode1" presStyleIdx="2" presStyleCnt="4">
        <dgm:presLayoutVars>
          <dgm:bulletEnabled val="1"/>
        </dgm:presLayoutVars>
      </dgm:prSet>
      <dgm:spPr/>
    </dgm:pt>
    <dgm:pt modelId="{58CF58B3-85CF-45E6-B06E-9EEE5DCD84AD}" type="pres">
      <dgm:prSet presAssocID="{C3A953E7-5D82-4380-A686-05F411E46911}" presName="FiveConn_4-5" presStyleLbl="fgAccFollowNode1" presStyleIdx="3" presStyleCnt="4">
        <dgm:presLayoutVars>
          <dgm:bulletEnabled val="1"/>
        </dgm:presLayoutVars>
      </dgm:prSet>
      <dgm:spPr/>
    </dgm:pt>
    <dgm:pt modelId="{925D15AE-DA38-4956-801D-A7EE5825EED1}" type="pres">
      <dgm:prSet presAssocID="{C3A953E7-5D82-4380-A686-05F411E46911}" presName="FiveNodes_1_text" presStyleLbl="node1" presStyleIdx="4" presStyleCnt="5">
        <dgm:presLayoutVars>
          <dgm:bulletEnabled val="1"/>
        </dgm:presLayoutVars>
      </dgm:prSet>
      <dgm:spPr/>
    </dgm:pt>
    <dgm:pt modelId="{48E4D4D7-EF6F-4BAA-A7E7-3A272F249044}" type="pres">
      <dgm:prSet presAssocID="{C3A953E7-5D82-4380-A686-05F411E46911}" presName="FiveNodes_2_text" presStyleLbl="node1" presStyleIdx="4" presStyleCnt="5">
        <dgm:presLayoutVars>
          <dgm:bulletEnabled val="1"/>
        </dgm:presLayoutVars>
      </dgm:prSet>
      <dgm:spPr/>
    </dgm:pt>
    <dgm:pt modelId="{4DA7A86B-A22E-49E6-9407-0C70DF84A68A}" type="pres">
      <dgm:prSet presAssocID="{C3A953E7-5D82-4380-A686-05F411E46911}" presName="FiveNodes_3_text" presStyleLbl="node1" presStyleIdx="4" presStyleCnt="5">
        <dgm:presLayoutVars>
          <dgm:bulletEnabled val="1"/>
        </dgm:presLayoutVars>
      </dgm:prSet>
      <dgm:spPr/>
    </dgm:pt>
    <dgm:pt modelId="{D49CCECB-6238-4C19-A4B4-135FCA17F815}" type="pres">
      <dgm:prSet presAssocID="{C3A953E7-5D82-4380-A686-05F411E46911}" presName="FiveNodes_4_text" presStyleLbl="node1" presStyleIdx="4" presStyleCnt="5">
        <dgm:presLayoutVars>
          <dgm:bulletEnabled val="1"/>
        </dgm:presLayoutVars>
      </dgm:prSet>
      <dgm:spPr/>
    </dgm:pt>
    <dgm:pt modelId="{AB26C094-B88A-4797-A40E-15DD91BF2ADF}" type="pres">
      <dgm:prSet presAssocID="{C3A953E7-5D82-4380-A686-05F411E4691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6D8D602-0CBE-4FEF-89D4-FFABF2C5ED45}" type="presOf" srcId="{2C6643FD-BF6A-4193-9F6C-D4659F08EF60}" destId="{131EBDD3-72C4-401E-90CA-3D98D6CC7853}" srcOrd="0" destOrd="0" presId="urn:microsoft.com/office/officeart/2005/8/layout/vProcess5"/>
    <dgm:cxn modelId="{B00F7010-350C-486B-AFBC-FD4D669942D3}" type="presOf" srcId="{063B6272-1564-4531-9889-A500254361F7}" destId="{BA49332B-4157-4EF5-AF53-4EA3B830F36A}" srcOrd="0" destOrd="0" presId="urn:microsoft.com/office/officeart/2005/8/layout/vProcess5"/>
    <dgm:cxn modelId="{08102221-014E-4411-9F66-D04FC1266766}" type="presOf" srcId="{C3A953E7-5D82-4380-A686-05F411E46911}" destId="{9C9497A9-A2A2-4C12-9B55-BAAAF1820FF1}" srcOrd="0" destOrd="0" presId="urn:microsoft.com/office/officeart/2005/8/layout/vProcess5"/>
    <dgm:cxn modelId="{CA32583E-FB5A-4AEA-8746-378DC7A6B248}" srcId="{C3A953E7-5D82-4380-A686-05F411E46911}" destId="{2C6643FD-BF6A-4193-9F6C-D4659F08EF60}" srcOrd="0" destOrd="0" parTransId="{C25E5872-DBE0-4C0E-ACA6-F429E3D7B312}" sibTransId="{AD60447E-F260-4ED9-9819-658292D184E5}"/>
    <dgm:cxn modelId="{39B9A768-D033-41C6-8E78-C6A8CDAD32B5}" type="presOf" srcId="{B8B32BB2-FD42-4250-B794-8EE098BE0ABE}" destId="{7736CDD2-44F7-4F16-AE09-0CE3D2A5EABE}" srcOrd="0" destOrd="0" presId="urn:microsoft.com/office/officeart/2005/8/layout/vProcess5"/>
    <dgm:cxn modelId="{7C96CC6F-63EA-4CD8-856C-7C399B460B9A}" type="presOf" srcId="{AD60447E-F260-4ED9-9819-658292D184E5}" destId="{80D60915-84A2-4559-9E6B-BD908BD66F3F}" srcOrd="0" destOrd="0" presId="urn:microsoft.com/office/officeart/2005/8/layout/vProcess5"/>
    <dgm:cxn modelId="{EFB0AA50-DADB-4600-A2B6-177374701D31}" type="presOf" srcId="{583E95E8-70EC-4794-ABEF-6E33962ABE9B}" destId="{48E4D4D7-EF6F-4BAA-A7E7-3A272F249044}" srcOrd="1" destOrd="0" presId="urn:microsoft.com/office/officeart/2005/8/layout/vProcess5"/>
    <dgm:cxn modelId="{65AFF057-B180-4DA8-8EE5-5CDED0E79069}" type="presOf" srcId="{A45A754C-381B-492C-9ED8-45C5FA432FCC}" destId="{D49CCECB-6238-4C19-A4B4-135FCA17F815}" srcOrd="1" destOrd="0" presId="urn:microsoft.com/office/officeart/2005/8/layout/vProcess5"/>
    <dgm:cxn modelId="{BA1D8B7B-2864-4AB6-87C5-4836E8CDAA16}" srcId="{C3A953E7-5D82-4380-A686-05F411E46911}" destId="{583E95E8-70EC-4794-ABEF-6E33962ABE9B}" srcOrd="1" destOrd="0" parTransId="{D730B8CC-35D3-430C-B12E-725A769D9217}" sibTransId="{063B6272-1564-4531-9889-A500254361F7}"/>
    <dgm:cxn modelId="{6786E17B-8CDE-4188-8D04-3ECCEA36AF81}" type="presOf" srcId="{583E95E8-70EC-4794-ABEF-6E33962ABE9B}" destId="{3FB28CAF-B928-4A97-92A1-B38C3445888D}" srcOrd="0" destOrd="0" presId="urn:microsoft.com/office/officeart/2005/8/layout/vProcess5"/>
    <dgm:cxn modelId="{22A0397F-C43D-4C22-886E-86E001AB8336}" type="presOf" srcId="{2C6643FD-BF6A-4193-9F6C-D4659F08EF60}" destId="{925D15AE-DA38-4956-801D-A7EE5825EED1}" srcOrd="1" destOrd="0" presId="urn:microsoft.com/office/officeart/2005/8/layout/vProcess5"/>
    <dgm:cxn modelId="{B53E2999-6174-4755-9A3B-6803DC9293CB}" srcId="{C3A953E7-5D82-4380-A686-05F411E46911}" destId="{A45A754C-381B-492C-9ED8-45C5FA432FCC}" srcOrd="3" destOrd="0" parTransId="{2FEAB725-8D99-496F-8789-B26ADC509952}" sibTransId="{2AFA266C-9440-4AC7-852B-1DF673E8D76B}"/>
    <dgm:cxn modelId="{541C7FAB-0628-43FE-B5F6-764EDADC03C1}" srcId="{C3A953E7-5D82-4380-A686-05F411E46911}" destId="{EFF026BB-2A8B-4F1B-8710-AA8C52C9A825}" srcOrd="4" destOrd="0" parTransId="{CAF18343-3FE1-4D29-9305-A8BD05A4F44A}" sibTransId="{815FCDFE-A766-4943-81B4-C4AC24B50E7F}"/>
    <dgm:cxn modelId="{13FDF4AB-E433-4D68-8AE6-ACFBBF8BA27E}" type="presOf" srcId="{EFF026BB-2A8B-4F1B-8710-AA8C52C9A825}" destId="{FE36405C-F668-41B6-8801-1E96EA39AB6E}" srcOrd="0" destOrd="0" presId="urn:microsoft.com/office/officeart/2005/8/layout/vProcess5"/>
    <dgm:cxn modelId="{B2BCA6C1-3101-41EF-B975-0397A62539C1}" type="presOf" srcId="{C195BB6D-299C-461B-AB46-FD1414AB078E}" destId="{3826C527-52B6-482A-A092-655C8E559F06}" srcOrd="0" destOrd="0" presId="urn:microsoft.com/office/officeart/2005/8/layout/vProcess5"/>
    <dgm:cxn modelId="{BDD094C6-53CC-48F4-92AB-BE369416A328}" type="presOf" srcId="{A45A754C-381B-492C-9ED8-45C5FA432FCC}" destId="{317045FF-8A19-4EBB-BB1B-14811A222CC9}" srcOrd="0" destOrd="0" presId="urn:microsoft.com/office/officeart/2005/8/layout/vProcess5"/>
    <dgm:cxn modelId="{4678A7D1-EF16-4FC4-AF59-61F6EDA18C68}" type="presOf" srcId="{B8B32BB2-FD42-4250-B794-8EE098BE0ABE}" destId="{4DA7A86B-A22E-49E6-9407-0C70DF84A68A}" srcOrd="1" destOrd="0" presId="urn:microsoft.com/office/officeart/2005/8/layout/vProcess5"/>
    <dgm:cxn modelId="{31314EE1-67B0-458A-A892-25BBC6D82642}" type="presOf" srcId="{2AFA266C-9440-4AC7-852B-1DF673E8D76B}" destId="{58CF58B3-85CF-45E6-B06E-9EEE5DCD84AD}" srcOrd="0" destOrd="0" presId="urn:microsoft.com/office/officeart/2005/8/layout/vProcess5"/>
    <dgm:cxn modelId="{4FEE51F0-4DB5-4A4C-BCFE-791B56EECAC0}" type="presOf" srcId="{EFF026BB-2A8B-4F1B-8710-AA8C52C9A825}" destId="{AB26C094-B88A-4797-A40E-15DD91BF2ADF}" srcOrd="1" destOrd="0" presId="urn:microsoft.com/office/officeart/2005/8/layout/vProcess5"/>
    <dgm:cxn modelId="{32DCA5F4-4ECC-4679-A711-63BDC444D6BE}" srcId="{C3A953E7-5D82-4380-A686-05F411E46911}" destId="{B8B32BB2-FD42-4250-B794-8EE098BE0ABE}" srcOrd="2" destOrd="0" parTransId="{D042A644-A5DA-4572-9FFF-EA3AD0D65EA3}" sibTransId="{C195BB6D-299C-461B-AB46-FD1414AB078E}"/>
    <dgm:cxn modelId="{8AB486D6-ADD7-474E-95E9-A8E40C59B86B}" type="presParOf" srcId="{9C9497A9-A2A2-4C12-9B55-BAAAF1820FF1}" destId="{5160E418-5BF5-412D-A1DD-69A5B018974E}" srcOrd="0" destOrd="0" presId="urn:microsoft.com/office/officeart/2005/8/layout/vProcess5"/>
    <dgm:cxn modelId="{A185556B-F281-45D4-A989-86C03E2B47DF}" type="presParOf" srcId="{9C9497A9-A2A2-4C12-9B55-BAAAF1820FF1}" destId="{131EBDD3-72C4-401E-90CA-3D98D6CC7853}" srcOrd="1" destOrd="0" presId="urn:microsoft.com/office/officeart/2005/8/layout/vProcess5"/>
    <dgm:cxn modelId="{C817520D-92BA-4999-B8BD-F48E3C74708C}" type="presParOf" srcId="{9C9497A9-A2A2-4C12-9B55-BAAAF1820FF1}" destId="{3FB28CAF-B928-4A97-92A1-B38C3445888D}" srcOrd="2" destOrd="0" presId="urn:microsoft.com/office/officeart/2005/8/layout/vProcess5"/>
    <dgm:cxn modelId="{26790177-EBAD-42A2-BA0E-7A84978327F4}" type="presParOf" srcId="{9C9497A9-A2A2-4C12-9B55-BAAAF1820FF1}" destId="{7736CDD2-44F7-4F16-AE09-0CE3D2A5EABE}" srcOrd="3" destOrd="0" presId="urn:microsoft.com/office/officeart/2005/8/layout/vProcess5"/>
    <dgm:cxn modelId="{EAE3B94E-DCCF-46AD-ACF9-51BF6466BE6D}" type="presParOf" srcId="{9C9497A9-A2A2-4C12-9B55-BAAAF1820FF1}" destId="{317045FF-8A19-4EBB-BB1B-14811A222CC9}" srcOrd="4" destOrd="0" presId="urn:microsoft.com/office/officeart/2005/8/layout/vProcess5"/>
    <dgm:cxn modelId="{1BE9C9E5-4636-45AA-9170-BD2DBF6C2245}" type="presParOf" srcId="{9C9497A9-A2A2-4C12-9B55-BAAAF1820FF1}" destId="{FE36405C-F668-41B6-8801-1E96EA39AB6E}" srcOrd="5" destOrd="0" presId="urn:microsoft.com/office/officeart/2005/8/layout/vProcess5"/>
    <dgm:cxn modelId="{A0CF3D8B-D193-4ACA-8FCF-EE584742A4E8}" type="presParOf" srcId="{9C9497A9-A2A2-4C12-9B55-BAAAF1820FF1}" destId="{80D60915-84A2-4559-9E6B-BD908BD66F3F}" srcOrd="6" destOrd="0" presId="urn:microsoft.com/office/officeart/2005/8/layout/vProcess5"/>
    <dgm:cxn modelId="{FDFD4AE5-95FD-4544-8A6B-8417EFC3B086}" type="presParOf" srcId="{9C9497A9-A2A2-4C12-9B55-BAAAF1820FF1}" destId="{BA49332B-4157-4EF5-AF53-4EA3B830F36A}" srcOrd="7" destOrd="0" presId="urn:microsoft.com/office/officeart/2005/8/layout/vProcess5"/>
    <dgm:cxn modelId="{47924DFB-AC3E-4658-B0FC-80E1F9F9C59A}" type="presParOf" srcId="{9C9497A9-A2A2-4C12-9B55-BAAAF1820FF1}" destId="{3826C527-52B6-482A-A092-655C8E559F06}" srcOrd="8" destOrd="0" presId="urn:microsoft.com/office/officeart/2005/8/layout/vProcess5"/>
    <dgm:cxn modelId="{6A05CDC0-628F-4D74-9864-42469CFD67CA}" type="presParOf" srcId="{9C9497A9-A2A2-4C12-9B55-BAAAF1820FF1}" destId="{58CF58B3-85CF-45E6-B06E-9EEE5DCD84AD}" srcOrd="9" destOrd="0" presId="urn:microsoft.com/office/officeart/2005/8/layout/vProcess5"/>
    <dgm:cxn modelId="{450D1F45-AD77-4E55-8D34-EFDD64E45AF7}" type="presParOf" srcId="{9C9497A9-A2A2-4C12-9B55-BAAAF1820FF1}" destId="{925D15AE-DA38-4956-801D-A7EE5825EED1}" srcOrd="10" destOrd="0" presId="urn:microsoft.com/office/officeart/2005/8/layout/vProcess5"/>
    <dgm:cxn modelId="{576666E9-8C4B-46D2-A3D1-A37399F022D7}" type="presParOf" srcId="{9C9497A9-A2A2-4C12-9B55-BAAAF1820FF1}" destId="{48E4D4D7-EF6F-4BAA-A7E7-3A272F249044}" srcOrd="11" destOrd="0" presId="urn:microsoft.com/office/officeart/2005/8/layout/vProcess5"/>
    <dgm:cxn modelId="{59980CFD-64F6-49B3-810D-209FAF96071A}" type="presParOf" srcId="{9C9497A9-A2A2-4C12-9B55-BAAAF1820FF1}" destId="{4DA7A86B-A22E-49E6-9407-0C70DF84A68A}" srcOrd="12" destOrd="0" presId="urn:microsoft.com/office/officeart/2005/8/layout/vProcess5"/>
    <dgm:cxn modelId="{B25C3674-ACEB-4E0F-849A-E24235EB71F5}" type="presParOf" srcId="{9C9497A9-A2A2-4C12-9B55-BAAAF1820FF1}" destId="{D49CCECB-6238-4C19-A4B4-135FCA17F815}" srcOrd="13" destOrd="0" presId="urn:microsoft.com/office/officeart/2005/8/layout/vProcess5"/>
    <dgm:cxn modelId="{48944C59-4DA9-4DBA-9557-DAC524503E68}" type="presParOf" srcId="{9C9497A9-A2A2-4C12-9B55-BAAAF1820FF1}" destId="{AB26C094-B88A-4797-A40E-15DD91BF2AD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434EC8-8845-49DE-A55F-823F9A6C97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89A3665-D860-4198-9EF3-98042EA24424}">
      <dgm:prSet/>
      <dgm:spPr/>
      <dgm:t>
        <a:bodyPr/>
        <a:lstStyle/>
        <a:p>
          <a:r>
            <a:rPr lang="en-GB" dirty="0"/>
            <a:t>If the computation fails, the </a:t>
          </a:r>
          <a:r>
            <a:rPr lang="en-GB" b="1" dirty="0"/>
            <a:t>Future holds an exception</a:t>
          </a:r>
          <a:endParaRPr lang="en-US" dirty="0"/>
        </a:p>
      </dgm:t>
    </dgm:pt>
    <dgm:pt modelId="{82A85473-DC40-45C2-8A78-F368D3D2549F}" type="parTrans" cxnId="{264C3161-4118-4C2A-91E2-1E0FD753CC7E}">
      <dgm:prSet/>
      <dgm:spPr/>
      <dgm:t>
        <a:bodyPr/>
        <a:lstStyle/>
        <a:p>
          <a:endParaRPr lang="en-US"/>
        </a:p>
      </dgm:t>
    </dgm:pt>
    <dgm:pt modelId="{BCB6BE9A-E9F9-4541-8A55-BD9ECC52B3ED}" type="sibTrans" cxnId="{264C3161-4118-4C2A-91E2-1E0FD753CC7E}">
      <dgm:prSet/>
      <dgm:spPr/>
      <dgm:t>
        <a:bodyPr/>
        <a:lstStyle/>
        <a:p>
          <a:endParaRPr lang="en-US"/>
        </a:p>
      </dgm:t>
    </dgm:pt>
    <dgm:pt modelId="{DDD70792-E487-4514-ADDF-BC82A3F9FEDC}">
      <dgm:prSet/>
      <dgm:spPr/>
      <dgm:t>
        <a:bodyPr/>
        <a:lstStyle/>
        <a:p>
          <a:r>
            <a:rPr lang="en-GB"/>
            <a:t>get() throws the exception when called</a:t>
          </a:r>
          <a:endParaRPr lang="en-US"/>
        </a:p>
      </dgm:t>
    </dgm:pt>
    <dgm:pt modelId="{F826C39F-D4A0-4345-BA7B-EE69174D151E}" type="parTrans" cxnId="{82E31269-91D8-4C44-8E27-24A32653280F}">
      <dgm:prSet/>
      <dgm:spPr/>
      <dgm:t>
        <a:bodyPr/>
        <a:lstStyle/>
        <a:p>
          <a:endParaRPr lang="en-US"/>
        </a:p>
      </dgm:t>
    </dgm:pt>
    <dgm:pt modelId="{AB523602-D94E-4403-9DAA-A9F1E212B0F3}" type="sibTrans" cxnId="{82E31269-91D8-4C44-8E27-24A32653280F}">
      <dgm:prSet/>
      <dgm:spPr/>
      <dgm:t>
        <a:bodyPr/>
        <a:lstStyle/>
        <a:p>
          <a:endParaRPr lang="en-US"/>
        </a:p>
      </dgm:t>
    </dgm:pt>
    <dgm:pt modelId="{9F2F3728-180C-4901-8C27-C765F9CDDDF6}">
      <dgm:prSet/>
      <dgm:spPr/>
      <dgm:t>
        <a:bodyPr/>
        <a:lstStyle/>
        <a:p>
          <a:r>
            <a:rPr lang="en-GB"/>
            <a:t>A </a:t>
          </a:r>
          <a:r>
            <a:rPr lang="en-GB" b="1"/>
            <a:t>broken promise</a:t>
          </a:r>
          <a:r>
            <a:rPr lang="en-GB"/>
            <a:t> occurs if a promise is never fulfilled</a:t>
          </a:r>
          <a:endParaRPr lang="en-US"/>
        </a:p>
      </dgm:t>
    </dgm:pt>
    <dgm:pt modelId="{6DC214DC-196C-4CE7-9E7C-0DF4F02D6DEA}" type="parTrans" cxnId="{B85BA7D2-29DF-448C-9A42-0EC2031A9624}">
      <dgm:prSet/>
      <dgm:spPr/>
      <dgm:t>
        <a:bodyPr/>
        <a:lstStyle/>
        <a:p>
          <a:endParaRPr lang="en-US"/>
        </a:p>
      </dgm:t>
    </dgm:pt>
    <dgm:pt modelId="{C058C687-2E4B-4CF3-A439-95CCCF201585}" type="sibTrans" cxnId="{B85BA7D2-29DF-448C-9A42-0EC2031A9624}">
      <dgm:prSet/>
      <dgm:spPr/>
      <dgm:t>
        <a:bodyPr/>
        <a:lstStyle/>
        <a:p>
          <a:endParaRPr lang="en-US"/>
        </a:p>
      </dgm:t>
    </dgm:pt>
    <dgm:pt modelId="{7120C0D5-9C94-43B0-BC59-AEA041723C12}">
      <dgm:prSet/>
      <dgm:spPr/>
      <dgm:t>
        <a:bodyPr/>
        <a:lstStyle/>
        <a:p>
          <a:r>
            <a:rPr lang="en-GB"/>
            <a:t>In Java, use completeExceptionally() to handle failures</a:t>
          </a:r>
          <a:endParaRPr lang="en-US"/>
        </a:p>
      </dgm:t>
    </dgm:pt>
    <dgm:pt modelId="{E1BB62CF-76E7-43DF-9F1C-BB5C1D51BD79}" type="parTrans" cxnId="{D2DD3989-578C-45CA-AD33-8F544342F64C}">
      <dgm:prSet/>
      <dgm:spPr/>
      <dgm:t>
        <a:bodyPr/>
        <a:lstStyle/>
        <a:p>
          <a:endParaRPr lang="en-US"/>
        </a:p>
      </dgm:t>
    </dgm:pt>
    <dgm:pt modelId="{5373F66A-56BE-4C19-A993-1690DC59900B}" type="sibTrans" cxnId="{D2DD3989-578C-45CA-AD33-8F544342F64C}">
      <dgm:prSet/>
      <dgm:spPr/>
      <dgm:t>
        <a:bodyPr/>
        <a:lstStyle/>
        <a:p>
          <a:endParaRPr lang="en-US"/>
        </a:p>
      </dgm:t>
    </dgm:pt>
    <dgm:pt modelId="{419B1A48-BB44-44CA-913A-D0916B40C7D0}" type="pres">
      <dgm:prSet presAssocID="{18434EC8-8845-49DE-A55F-823F9A6C9785}" presName="root" presStyleCnt="0">
        <dgm:presLayoutVars>
          <dgm:dir/>
          <dgm:resizeHandles val="exact"/>
        </dgm:presLayoutVars>
      </dgm:prSet>
      <dgm:spPr/>
    </dgm:pt>
    <dgm:pt modelId="{87BB7D09-0618-4CBB-ABA7-BB2832F613BD}" type="pres">
      <dgm:prSet presAssocID="{689A3665-D860-4198-9EF3-98042EA24424}" presName="compNode" presStyleCnt="0"/>
      <dgm:spPr/>
    </dgm:pt>
    <dgm:pt modelId="{F430A639-2FE6-46D3-98D3-16E1AC5F0039}" type="pres">
      <dgm:prSet presAssocID="{689A3665-D860-4198-9EF3-98042EA24424}" presName="bgRect" presStyleLbl="bgShp" presStyleIdx="0" presStyleCnt="4"/>
      <dgm:spPr/>
    </dgm:pt>
    <dgm:pt modelId="{E3B097EA-7B45-42D9-AE2B-57ECE3F85927}" type="pres">
      <dgm:prSet presAssocID="{689A3665-D860-4198-9EF3-98042EA244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B0E09B2-C52F-49DF-A466-3595A243C40D}" type="pres">
      <dgm:prSet presAssocID="{689A3665-D860-4198-9EF3-98042EA24424}" presName="spaceRect" presStyleCnt="0"/>
      <dgm:spPr/>
    </dgm:pt>
    <dgm:pt modelId="{9C67176D-5051-4353-83E5-4F964F0340B3}" type="pres">
      <dgm:prSet presAssocID="{689A3665-D860-4198-9EF3-98042EA24424}" presName="parTx" presStyleLbl="revTx" presStyleIdx="0" presStyleCnt="4">
        <dgm:presLayoutVars>
          <dgm:chMax val="0"/>
          <dgm:chPref val="0"/>
        </dgm:presLayoutVars>
      </dgm:prSet>
      <dgm:spPr/>
    </dgm:pt>
    <dgm:pt modelId="{9980586B-250B-4AF0-85FB-776EB4EFA557}" type="pres">
      <dgm:prSet presAssocID="{BCB6BE9A-E9F9-4541-8A55-BD9ECC52B3ED}" presName="sibTrans" presStyleCnt="0"/>
      <dgm:spPr/>
    </dgm:pt>
    <dgm:pt modelId="{53693234-1FE3-41FA-911B-D3EEB6CEE7AB}" type="pres">
      <dgm:prSet presAssocID="{DDD70792-E487-4514-ADDF-BC82A3F9FEDC}" presName="compNode" presStyleCnt="0"/>
      <dgm:spPr/>
    </dgm:pt>
    <dgm:pt modelId="{C0DA4B54-F6F4-4188-9C4F-98C855F7B1BF}" type="pres">
      <dgm:prSet presAssocID="{DDD70792-E487-4514-ADDF-BC82A3F9FEDC}" presName="bgRect" presStyleLbl="bgShp" presStyleIdx="1" presStyleCnt="4"/>
      <dgm:spPr/>
    </dgm:pt>
    <dgm:pt modelId="{B8F88480-86BD-49EC-BE54-837E2EC7ED57}" type="pres">
      <dgm:prSet presAssocID="{DDD70792-E487-4514-ADDF-BC82A3F9FE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509F415-E6D0-4369-B01F-C13CDD65BBA3}" type="pres">
      <dgm:prSet presAssocID="{DDD70792-E487-4514-ADDF-BC82A3F9FEDC}" presName="spaceRect" presStyleCnt="0"/>
      <dgm:spPr/>
    </dgm:pt>
    <dgm:pt modelId="{8C75D621-0714-4995-BCF5-D8AA68214823}" type="pres">
      <dgm:prSet presAssocID="{DDD70792-E487-4514-ADDF-BC82A3F9FEDC}" presName="parTx" presStyleLbl="revTx" presStyleIdx="1" presStyleCnt="4">
        <dgm:presLayoutVars>
          <dgm:chMax val="0"/>
          <dgm:chPref val="0"/>
        </dgm:presLayoutVars>
      </dgm:prSet>
      <dgm:spPr/>
    </dgm:pt>
    <dgm:pt modelId="{9328ECC3-AA91-4D31-8D11-42C6AD3B06C0}" type="pres">
      <dgm:prSet presAssocID="{AB523602-D94E-4403-9DAA-A9F1E212B0F3}" presName="sibTrans" presStyleCnt="0"/>
      <dgm:spPr/>
    </dgm:pt>
    <dgm:pt modelId="{07929D3C-B6D6-496B-B45D-780ABA392A17}" type="pres">
      <dgm:prSet presAssocID="{9F2F3728-180C-4901-8C27-C765F9CDDDF6}" presName="compNode" presStyleCnt="0"/>
      <dgm:spPr/>
    </dgm:pt>
    <dgm:pt modelId="{1F6E3362-BD9E-4A4A-9AB3-68A5870C0B26}" type="pres">
      <dgm:prSet presAssocID="{9F2F3728-180C-4901-8C27-C765F9CDDDF6}" presName="bgRect" presStyleLbl="bgShp" presStyleIdx="2" presStyleCnt="4"/>
      <dgm:spPr/>
    </dgm:pt>
    <dgm:pt modelId="{D1AAC7E2-EE89-460D-8128-4933C3BE68B3}" type="pres">
      <dgm:prSet presAssocID="{9F2F3728-180C-4901-8C27-C765F9CDDD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91F3684-F8FC-4C4E-A96F-11A9B45B3F17}" type="pres">
      <dgm:prSet presAssocID="{9F2F3728-180C-4901-8C27-C765F9CDDDF6}" presName="spaceRect" presStyleCnt="0"/>
      <dgm:spPr/>
    </dgm:pt>
    <dgm:pt modelId="{494E71DF-1022-4839-9A3D-06306AF4DD5C}" type="pres">
      <dgm:prSet presAssocID="{9F2F3728-180C-4901-8C27-C765F9CDDDF6}" presName="parTx" presStyleLbl="revTx" presStyleIdx="2" presStyleCnt="4">
        <dgm:presLayoutVars>
          <dgm:chMax val="0"/>
          <dgm:chPref val="0"/>
        </dgm:presLayoutVars>
      </dgm:prSet>
      <dgm:spPr/>
    </dgm:pt>
    <dgm:pt modelId="{54A3A2E6-A447-4A4A-9A92-5BE3558B999E}" type="pres">
      <dgm:prSet presAssocID="{C058C687-2E4B-4CF3-A439-95CCCF201585}" presName="sibTrans" presStyleCnt="0"/>
      <dgm:spPr/>
    </dgm:pt>
    <dgm:pt modelId="{9E9FB482-B687-4486-A8AF-FE0145AE3C0D}" type="pres">
      <dgm:prSet presAssocID="{7120C0D5-9C94-43B0-BC59-AEA041723C12}" presName="compNode" presStyleCnt="0"/>
      <dgm:spPr/>
    </dgm:pt>
    <dgm:pt modelId="{99E10796-D32F-480F-9804-7285C2586C88}" type="pres">
      <dgm:prSet presAssocID="{7120C0D5-9C94-43B0-BC59-AEA041723C12}" presName="bgRect" presStyleLbl="bgShp" presStyleIdx="3" presStyleCnt="4"/>
      <dgm:spPr/>
    </dgm:pt>
    <dgm:pt modelId="{68C30C01-0483-4D9F-A418-BBE228180FB4}" type="pres">
      <dgm:prSet presAssocID="{7120C0D5-9C94-43B0-BC59-AEA041723C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9C240F2-63F4-4DD0-B749-595A1BA614BE}" type="pres">
      <dgm:prSet presAssocID="{7120C0D5-9C94-43B0-BC59-AEA041723C12}" presName="spaceRect" presStyleCnt="0"/>
      <dgm:spPr/>
    </dgm:pt>
    <dgm:pt modelId="{3528FBBE-6FDE-4AB6-9266-0A1D9C14FAE5}" type="pres">
      <dgm:prSet presAssocID="{7120C0D5-9C94-43B0-BC59-AEA041723C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64C3161-4118-4C2A-91E2-1E0FD753CC7E}" srcId="{18434EC8-8845-49DE-A55F-823F9A6C9785}" destId="{689A3665-D860-4198-9EF3-98042EA24424}" srcOrd="0" destOrd="0" parTransId="{82A85473-DC40-45C2-8A78-F368D3D2549F}" sibTransId="{BCB6BE9A-E9F9-4541-8A55-BD9ECC52B3ED}"/>
    <dgm:cxn modelId="{6785CD41-7AD4-4499-B1C1-17BE16E71ABD}" type="presOf" srcId="{9F2F3728-180C-4901-8C27-C765F9CDDDF6}" destId="{494E71DF-1022-4839-9A3D-06306AF4DD5C}" srcOrd="0" destOrd="0" presId="urn:microsoft.com/office/officeart/2018/2/layout/IconVerticalSolidList"/>
    <dgm:cxn modelId="{82E31269-91D8-4C44-8E27-24A32653280F}" srcId="{18434EC8-8845-49DE-A55F-823F9A6C9785}" destId="{DDD70792-E487-4514-ADDF-BC82A3F9FEDC}" srcOrd="1" destOrd="0" parTransId="{F826C39F-D4A0-4345-BA7B-EE69174D151E}" sibTransId="{AB523602-D94E-4403-9DAA-A9F1E212B0F3}"/>
    <dgm:cxn modelId="{51F87453-FD94-4902-856C-8B064B57B8FD}" type="presOf" srcId="{7120C0D5-9C94-43B0-BC59-AEA041723C12}" destId="{3528FBBE-6FDE-4AB6-9266-0A1D9C14FAE5}" srcOrd="0" destOrd="0" presId="urn:microsoft.com/office/officeart/2018/2/layout/IconVerticalSolidList"/>
    <dgm:cxn modelId="{D2DD3989-578C-45CA-AD33-8F544342F64C}" srcId="{18434EC8-8845-49DE-A55F-823F9A6C9785}" destId="{7120C0D5-9C94-43B0-BC59-AEA041723C12}" srcOrd="3" destOrd="0" parTransId="{E1BB62CF-76E7-43DF-9F1C-BB5C1D51BD79}" sibTransId="{5373F66A-56BE-4C19-A993-1690DC59900B}"/>
    <dgm:cxn modelId="{DC99E88B-60EA-4F79-A7AA-E276C8C5F696}" type="presOf" srcId="{18434EC8-8845-49DE-A55F-823F9A6C9785}" destId="{419B1A48-BB44-44CA-913A-D0916B40C7D0}" srcOrd="0" destOrd="0" presId="urn:microsoft.com/office/officeart/2018/2/layout/IconVerticalSolidList"/>
    <dgm:cxn modelId="{1F18F899-45D1-47AF-84BE-8BD2881C34F3}" type="presOf" srcId="{DDD70792-E487-4514-ADDF-BC82A3F9FEDC}" destId="{8C75D621-0714-4995-BCF5-D8AA68214823}" srcOrd="0" destOrd="0" presId="urn:microsoft.com/office/officeart/2018/2/layout/IconVerticalSolidList"/>
    <dgm:cxn modelId="{8C53D1C4-4769-4AAD-9956-61919FCF8C4C}" type="presOf" srcId="{689A3665-D860-4198-9EF3-98042EA24424}" destId="{9C67176D-5051-4353-83E5-4F964F0340B3}" srcOrd="0" destOrd="0" presId="urn:microsoft.com/office/officeart/2018/2/layout/IconVerticalSolidList"/>
    <dgm:cxn modelId="{B85BA7D2-29DF-448C-9A42-0EC2031A9624}" srcId="{18434EC8-8845-49DE-A55F-823F9A6C9785}" destId="{9F2F3728-180C-4901-8C27-C765F9CDDDF6}" srcOrd="2" destOrd="0" parTransId="{6DC214DC-196C-4CE7-9E7C-0DF4F02D6DEA}" sibTransId="{C058C687-2E4B-4CF3-A439-95CCCF201585}"/>
    <dgm:cxn modelId="{334C292B-D0BB-475B-ACB9-92AACBAECFCF}" type="presParOf" srcId="{419B1A48-BB44-44CA-913A-D0916B40C7D0}" destId="{87BB7D09-0618-4CBB-ABA7-BB2832F613BD}" srcOrd="0" destOrd="0" presId="urn:microsoft.com/office/officeart/2018/2/layout/IconVerticalSolidList"/>
    <dgm:cxn modelId="{DCA8CD1D-14A1-4AB1-B800-44DF87FA76A1}" type="presParOf" srcId="{87BB7D09-0618-4CBB-ABA7-BB2832F613BD}" destId="{F430A639-2FE6-46D3-98D3-16E1AC5F0039}" srcOrd="0" destOrd="0" presId="urn:microsoft.com/office/officeart/2018/2/layout/IconVerticalSolidList"/>
    <dgm:cxn modelId="{26D806C8-D290-4A35-9A9C-78113D777EAD}" type="presParOf" srcId="{87BB7D09-0618-4CBB-ABA7-BB2832F613BD}" destId="{E3B097EA-7B45-42D9-AE2B-57ECE3F85927}" srcOrd="1" destOrd="0" presId="urn:microsoft.com/office/officeart/2018/2/layout/IconVerticalSolidList"/>
    <dgm:cxn modelId="{2C3272F8-B6A2-48CE-BE6F-201ECA6D1F0F}" type="presParOf" srcId="{87BB7D09-0618-4CBB-ABA7-BB2832F613BD}" destId="{DB0E09B2-C52F-49DF-A466-3595A243C40D}" srcOrd="2" destOrd="0" presId="urn:microsoft.com/office/officeart/2018/2/layout/IconVerticalSolidList"/>
    <dgm:cxn modelId="{BBA04A58-D75B-42AD-9DCE-523F0E6F3727}" type="presParOf" srcId="{87BB7D09-0618-4CBB-ABA7-BB2832F613BD}" destId="{9C67176D-5051-4353-83E5-4F964F0340B3}" srcOrd="3" destOrd="0" presId="urn:microsoft.com/office/officeart/2018/2/layout/IconVerticalSolidList"/>
    <dgm:cxn modelId="{38DD13CE-A775-4D6D-9589-8540826C4CA2}" type="presParOf" srcId="{419B1A48-BB44-44CA-913A-D0916B40C7D0}" destId="{9980586B-250B-4AF0-85FB-776EB4EFA557}" srcOrd="1" destOrd="0" presId="urn:microsoft.com/office/officeart/2018/2/layout/IconVerticalSolidList"/>
    <dgm:cxn modelId="{E7E5F8F4-0E33-4B86-AF0C-FD8D4E7DD144}" type="presParOf" srcId="{419B1A48-BB44-44CA-913A-D0916B40C7D0}" destId="{53693234-1FE3-41FA-911B-D3EEB6CEE7AB}" srcOrd="2" destOrd="0" presId="urn:microsoft.com/office/officeart/2018/2/layout/IconVerticalSolidList"/>
    <dgm:cxn modelId="{6F2618B6-707A-457B-8A1E-8F3A4EEB85EA}" type="presParOf" srcId="{53693234-1FE3-41FA-911B-D3EEB6CEE7AB}" destId="{C0DA4B54-F6F4-4188-9C4F-98C855F7B1BF}" srcOrd="0" destOrd="0" presId="urn:microsoft.com/office/officeart/2018/2/layout/IconVerticalSolidList"/>
    <dgm:cxn modelId="{38F23B8B-B235-4B35-A870-EE5F0113694D}" type="presParOf" srcId="{53693234-1FE3-41FA-911B-D3EEB6CEE7AB}" destId="{B8F88480-86BD-49EC-BE54-837E2EC7ED57}" srcOrd="1" destOrd="0" presId="urn:microsoft.com/office/officeart/2018/2/layout/IconVerticalSolidList"/>
    <dgm:cxn modelId="{F87E6BA3-0992-42D8-A6F9-71E88C81F57C}" type="presParOf" srcId="{53693234-1FE3-41FA-911B-D3EEB6CEE7AB}" destId="{3509F415-E6D0-4369-B01F-C13CDD65BBA3}" srcOrd="2" destOrd="0" presId="urn:microsoft.com/office/officeart/2018/2/layout/IconVerticalSolidList"/>
    <dgm:cxn modelId="{4921AEC7-42A1-41BA-A4B6-2CD6BAB0D8D4}" type="presParOf" srcId="{53693234-1FE3-41FA-911B-D3EEB6CEE7AB}" destId="{8C75D621-0714-4995-BCF5-D8AA68214823}" srcOrd="3" destOrd="0" presId="urn:microsoft.com/office/officeart/2018/2/layout/IconVerticalSolidList"/>
    <dgm:cxn modelId="{6BCF6286-0996-4075-834F-70DF3EB591A9}" type="presParOf" srcId="{419B1A48-BB44-44CA-913A-D0916B40C7D0}" destId="{9328ECC3-AA91-4D31-8D11-42C6AD3B06C0}" srcOrd="3" destOrd="0" presId="urn:microsoft.com/office/officeart/2018/2/layout/IconVerticalSolidList"/>
    <dgm:cxn modelId="{1F304684-CA18-447A-AF96-8EA0478E282E}" type="presParOf" srcId="{419B1A48-BB44-44CA-913A-D0916B40C7D0}" destId="{07929D3C-B6D6-496B-B45D-780ABA392A17}" srcOrd="4" destOrd="0" presId="urn:microsoft.com/office/officeart/2018/2/layout/IconVerticalSolidList"/>
    <dgm:cxn modelId="{0535C973-4226-4393-8093-360925C32AB1}" type="presParOf" srcId="{07929D3C-B6D6-496B-B45D-780ABA392A17}" destId="{1F6E3362-BD9E-4A4A-9AB3-68A5870C0B26}" srcOrd="0" destOrd="0" presId="urn:microsoft.com/office/officeart/2018/2/layout/IconVerticalSolidList"/>
    <dgm:cxn modelId="{473E2A08-3EF6-49D2-BEF8-A6848DB4FFE6}" type="presParOf" srcId="{07929D3C-B6D6-496B-B45D-780ABA392A17}" destId="{D1AAC7E2-EE89-460D-8128-4933C3BE68B3}" srcOrd="1" destOrd="0" presId="urn:microsoft.com/office/officeart/2018/2/layout/IconVerticalSolidList"/>
    <dgm:cxn modelId="{926E18FD-509D-4253-A1B8-70FEC2EF7E25}" type="presParOf" srcId="{07929D3C-B6D6-496B-B45D-780ABA392A17}" destId="{091F3684-F8FC-4C4E-A96F-11A9B45B3F17}" srcOrd="2" destOrd="0" presId="urn:microsoft.com/office/officeart/2018/2/layout/IconVerticalSolidList"/>
    <dgm:cxn modelId="{1402589A-D7FE-489F-9029-541A4C7D7B8A}" type="presParOf" srcId="{07929D3C-B6D6-496B-B45D-780ABA392A17}" destId="{494E71DF-1022-4839-9A3D-06306AF4DD5C}" srcOrd="3" destOrd="0" presId="urn:microsoft.com/office/officeart/2018/2/layout/IconVerticalSolidList"/>
    <dgm:cxn modelId="{1E146F54-D532-460A-B561-1BFE641AA3EE}" type="presParOf" srcId="{419B1A48-BB44-44CA-913A-D0916B40C7D0}" destId="{54A3A2E6-A447-4A4A-9A92-5BE3558B999E}" srcOrd="5" destOrd="0" presId="urn:microsoft.com/office/officeart/2018/2/layout/IconVerticalSolidList"/>
    <dgm:cxn modelId="{995D996E-7CDE-4DA6-B0F2-AFD18B1E8C74}" type="presParOf" srcId="{419B1A48-BB44-44CA-913A-D0916B40C7D0}" destId="{9E9FB482-B687-4486-A8AF-FE0145AE3C0D}" srcOrd="6" destOrd="0" presId="urn:microsoft.com/office/officeart/2018/2/layout/IconVerticalSolidList"/>
    <dgm:cxn modelId="{FB683DAA-2CB5-4F71-9301-501364EC1B76}" type="presParOf" srcId="{9E9FB482-B687-4486-A8AF-FE0145AE3C0D}" destId="{99E10796-D32F-480F-9804-7285C2586C88}" srcOrd="0" destOrd="0" presId="urn:microsoft.com/office/officeart/2018/2/layout/IconVerticalSolidList"/>
    <dgm:cxn modelId="{51F95A93-64CB-4B3A-BBB2-5F2D9B8FE322}" type="presParOf" srcId="{9E9FB482-B687-4486-A8AF-FE0145AE3C0D}" destId="{68C30C01-0483-4D9F-A418-BBE228180FB4}" srcOrd="1" destOrd="0" presId="urn:microsoft.com/office/officeart/2018/2/layout/IconVerticalSolidList"/>
    <dgm:cxn modelId="{949B5F7A-F843-4A3A-959A-F6F29DF24E10}" type="presParOf" srcId="{9E9FB482-B687-4486-A8AF-FE0145AE3C0D}" destId="{B9C240F2-63F4-4DD0-B749-595A1BA614BE}" srcOrd="2" destOrd="0" presId="urn:microsoft.com/office/officeart/2018/2/layout/IconVerticalSolidList"/>
    <dgm:cxn modelId="{B36F8800-96F5-47F6-981F-98766376F9CF}" type="presParOf" srcId="{9E9FB482-B687-4486-A8AF-FE0145AE3C0D}" destId="{3528FBBE-6FDE-4AB6-9266-0A1D9C14FA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A80CDC-F99C-481C-9829-C8503F2735DD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51D55A1-D849-448C-81DE-068CC864AC04}">
      <dgm:prSet/>
      <dgm:spPr/>
      <dgm:t>
        <a:bodyPr/>
        <a:lstStyle/>
        <a:p>
          <a:r>
            <a:rPr lang="en-GB" dirty="0"/>
            <a:t>Future = placeholder for an upcoming result</a:t>
          </a:r>
          <a:endParaRPr lang="en-US" dirty="0"/>
        </a:p>
      </dgm:t>
    </dgm:pt>
    <dgm:pt modelId="{BD076B09-ACE4-4D50-8ADC-2A3E290945CC}" type="parTrans" cxnId="{570F8006-DC1B-401C-B154-266689436A21}">
      <dgm:prSet/>
      <dgm:spPr/>
      <dgm:t>
        <a:bodyPr/>
        <a:lstStyle/>
        <a:p>
          <a:endParaRPr lang="en-US"/>
        </a:p>
      </dgm:t>
    </dgm:pt>
    <dgm:pt modelId="{1E1B97BB-89D1-4D5E-8CD6-D8C1DEAF1286}" type="sibTrans" cxnId="{570F8006-DC1B-401C-B154-266689436A21}">
      <dgm:prSet/>
      <dgm:spPr/>
      <dgm:t>
        <a:bodyPr/>
        <a:lstStyle/>
        <a:p>
          <a:endParaRPr lang="en-US"/>
        </a:p>
      </dgm:t>
    </dgm:pt>
    <dgm:pt modelId="{0E3AE3EE-AB38-4E28-8978-C53441343951}">
      <dgm:prSet/>
      <dgm:spPr/>
      <dgm:t>
        <a:bodyPr/>
        <a:lstStyle/>
        <a:p>
          <a:r>
            <a:rPr lang="en-GB"/>
            <a:t>Promise = the mechanism that provides the result</a:t>
          </a:r>
          <a:endParaRPr lang="en-US"/>
        </a:p>
      </dgm:t>
    </dgm:pt>
    <dgm:pt modelId="{85D87889-72E0-4D51-9544-672A1BF902EC}" type="parTrans" cxnId="{94A0FE5B-62F0-4B70-99B5-D9E3B9374209}">
      <dgm:prSet/>
      <dgm:spPr/>
      <dgm:t>
        <a:bodyPr/>
        <a:lstStyle/>
        <a:p>
          <a:endParaRPr lang="en-US"/>
        </a:p>
      </dgm:t>
    </dgm:pt>
    <dgm:pt modelId="{5F602EEB-D1CD-4410-8021-67982A1BD1AB}" type="sibTrans" cxnId="{94A0FE5B-62F0-4B70-99B5-D9E3B9374209}">
      <dgm:prSet/>
      <dgm:spPr/>
      <dgm:t>
        <a:bodyPr/>
        <a:lstStyle/>
        <a:p>
          <a:endParaRPr lang="en-US"/>
        </a:p>
      </dgm:t>
    </dgm:pt>
    <dgm:pt modelId="{F0EE6318-F229-4836-8FA5-060853C0B737}">
      <dgm:prSet/>
      <dgm:spPr/>
      <dgm:t>
        <a:bodyPr/>
        <a:lstStyle/>
        <a:p>
          <a:r>
            <a:rPr lang="en-GB"/>
            <a:t>Together, they enable asynchronous, safe, and scalable programming</a:t>
          </a:r>
          <a:endParaRPr lang="en-US"/>
        </a:p>
      </dgm:t>
    </dgm:pt>
    <dgm:pt modelId="{631AA75E-CCBD-45B9-B0C1-82124CD78E7E}" type="parTrans" cxnId="{3CAE29C9-5173-465A-980B-79CF88D70516}">
      <dgm:prSet/>
      <dgm:spPr/>
      <dgm:t>
        <a:bodyPr/>
        <a:lstStyle/>
        <a:p>
          <a:endParaRPr lang="en-US"/>
        </a:p>
      </dgm:t>
    </dgm:pt>
    <dgm:pt modelId="{465F8418-2576-4888-ADD8-1A35470D4206}" type="sibTrans" cxnId="{3CAE29C9-5173-465A-980B-79CF88D70516}">
      <dgm:prSet/>
      <dgm:spPr/>
      <dgm:t>
        <a:bodyPr/>
        <a:lstStyle/>
        <a:p>
          <a:endParaRPr lang="en-US"/>
        </a:p>
      </dgm:t>
    </dgm:pt>
    <dgm:pt modelId="{2DF977CA-A5B9-41CF-9D5D-7829C01A7344}">
      <dgm:prSet/>
      <dgm:spPr/>
      <dgm:t>
        <a:bodyPr/>
        <a:lstStyle/>
        <a:p>
          <a:r>
            <a:rPr lang="en-GB"/>
            <a:t>Use them for long-running or parallelizable operations</a:t>
          </a:r>
          <a:endParaRPr lang="en-US"/>
        </a:p>
      </dgm:t>
    </dgm:pt>
    <dgm:pt modelId="{3D99E73F-665B-44C1-8B75-AF454AE88931}" type="parTrans" cxnId="{FC9D2DDF-A4D1-4F88-9291-44648EB77A76}">
      <dgm:prSet/>
      <dgm:spPr/>
      <dgm:t>
        <a:bodyPr/>
        <a:lstStyle/>
        <a:p>
          <a:endParaRPr lang="en-US"/>
        </a:p>
      </dgm:t>
    </dgm:pt>
    <dgm:pt modelId="{42DD2AA9-8552-48BE-9239-E9434A10F2B3}" type="sibTrans" cxnId="{FC9D2DDF-A4D1-4F88-9291-44648EB77A76}">
      <dgm:prSet/>
      <dgm:spPr/>
      <dgm:t>
        <a:bodyPr/>
        <a:lstStyle/>
        <a:p>
          <a:endParaRPr lang="en-US"/>
        </a:p>
      </dgm:t>
    </dgm:pt>
    <dgm:pt modelId="{E58C27CF-605C-4202-AE4F-5FF42632D25D}" type="pres">
      <dgm:prSet presAssocID="{FCA80CDC-F99C-481C-9829-C8503F2735DD}" presName="root" presStyleCnt="0">
        <dgm:presLayoutVars>
          <dgm:dir/>
          <dgm:resizeHandles val="exact"/>
        </dgm:presLayoutVars>
      </dgm:prSet>
      <dgm:spPr/>
    </dgm:pt>
    <dgm:pt modelId="{8D95A88E-A25A-43B2-B0F0-FC36785BABD7}" type="pres">
      <dgm:prSet presAssocID="{FCA80CDC-F99C-481C-9829-C8503F2735DD}" presName="container" presStyleCnt="0">
        <dgm:presLayoutVars>
          <dgm:dir/>
          <dgm:resizeHandles val="exact"/>
        </dgm:presLayoutVars>
      </dgm:prSet>
      <dgm:spPr/>
    </dgm:pt>
    <dgm:pt modelId="{8406EC2A-FC39-43F9-948D-7355245ED9BD}" type="pres">
      <dgm:prSet presAssocID="{F51D55A1-D849-448C-81DE-068CC864AC04}" presName="compNode" presStyleCnt="0"/>
      <dgm:spPr/>
    </dgm:pt>
    <dgm:pt modelId="{3FD725C6-A04B-4B19-A505-03D8C03D7C82}" type="pres">
      <dgm:prSet presAssocID="{F51D55A1-D849-448C-81DE-068CC864AC04}" presName="iconBgRect" presStyleLbl="bgShp" presStyleIdx="0" presStyleCnt="4"/>
      <dgm:spPr/>
    </dgm:pt>
    <dgm:pt modelId="{6A86EBC6-9B64-48EA-A551-433498134A70}" type="pres">
      <dgm:prSet presAssocID="{F51D55A1-D849-448C-81DE-068CC864AC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2B42571-4A18-4295-A128-86D27F65D7D9}" type="pres">
      <dgm:prSet presAssocID="{F51D55A1-D849-448C-81DE-068CC864AC04}" presName="spaceRect" presStyleCnt="0"/>
      <dgm:spPr/>
    </dgm:pt>
    <dgm:pt modelId="{6E8A94E8-CFD9-4735-A85A-3355E5A477AC}" type="pres">
      <dgm:prSet presAssocID="{F51D55A1-D849-448C-81DE-068CC864AC04}" presName="textRect" presStyleLbl="revTx" presStyleIdx="0" presStyleCnt="4">
        <dgm:presLayoutVars>
          <dgm:chMax val="1"/>
          <dgm:chPref val="1"/>
        </dgm:presLayoutVars>
      </dgm:prSet>
      <dgm:spPr/>
    </dgm:pt>
    <dgm:pt modelId="{A83C1537-A90F-4D7D-8C4C-96B9A043CA18}" type="pres">
      <dgm:prSet presAssocID="{1E1B97BB-89D1-4D5E-8CD6-D8C1DEAF1286}" presName="sibTrans" presStyleLbl="sibTrans2D1" presStyleIdx="0" presStyleCnt="0"/>
      <dgm:spPr/>
    </dgm:pt>
    <dgm:pt modelId="{5F4A10CA-AFEB-4A40-B56A-7E6BEA58CE33}" type="pres">
      <dgm:prSet presAssocID="{0E3AE3EE-AB38-4E28-8978-C53441343951}" presName="compNode" presStyleCnt="0"/>
      <dgm:spPr/>
    </dgm:pt>
    <dgm:pt modelId="{FC82690F-2E17-4740-A4E6-78133D9D695E}" type="pres">
      <dgm:prSet presAssocID="{0E3AE3EE-AB38-4E28-8978-C53441343951}" presName="iconBgRect" presStyleLbl="bgShp" presStyleIdx="1" presStyleCnt="4"/>
      <dgm:spPr/>
    </dgm:pt>
    <dgm:pt modelId="{2F69FF60-C61E-4DB8-A6BE-95D6D6DD3573}" type="pres">
      <dgm:prSet presAssocID="{0E3AE3EE-AB38-4E28-8978-C534413439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4D7F7EE-1643-49F1-BB3C-0595259BF151}" type="pres">
      <dgm:prSet presAssocID="{0E3AE3EE-AB38-4E28-8978-C53441343951}" presName="spaceRect" presStyleCnt="0"/>
      <dgm:spPr/>
    </dgm:pt>
    <dgm:pt modelId="{1604CE48-84A1-4655-AE87-BB161759BE50}" type="pres">
      <dgm:prSet presAssocID="{0E3AE3EE-AB38-4E28-8978-C53441343951}" presName="textRect" presStyleLbl="revTx" presStyleIdx="1" presStyleCnt="4">
        <dgm:presLayoutVars>
          <dgm:chMax val="1"/>
          <dgm:chPref val="1"/>
        </dgm:presLayoutVars>
      </dgm:prSet>
      <dgm:spPr/>
    </dgm:pt>
    <dgm:pt modelId="{81426E35-ADDE-4B28-BA54-42713F92D50E}" type="pres">
      <dgm:prSet presAssocID="{5F602EEB-D1CD-4410-8021-67982A1BD1AB}" presName="sibTrans" presStyleLbl="sibTrans2D1" presStyleIdx="0" presStyleCnt="0"/>
      <dgm:spPr/>
    </dgm:pt>
    <dgm:pt modelId="{035461C1-B2FD-469F-BDB3-1F2EAFD5BE07}" type="pres">
      <dgm:prSet presAssocID="{F0EE6318-F229-4836-8FA5-060853C0B737}" presName="compNode" presStyleCnt="0"/>
      <dgm:spPr/>
    </dgm:pt>
    <dgm:pt modelId="{4FF68F00-07C9-44D8-AC3C-C4C1F9ADC081}" type="pres">
      <dgm:prSet presAssocID="{F0EE6318-F229-4836-8FA5-060853C0B737}" presName="iconBgRect" presStyleLbl="bgShp" presStyleIdx="2" presStyleCnt="4"/>
      <dgm:spPr/>
    </dgm:pt>
    <dgm:pt modelId="{34634F61-588C-4D22-8833-08F45C04F224}" type="pres">
      <dgm:prSet presAssocID="{F0EE6318-F229-4836-8FA5-060853C0B7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78FE1DC-D2A7-417E-BB2A-124E04351734}" type="pres">
      <dgm:prSet presAssocID="{F0EE6318-F229-4836-8FA5-060853C0B737}" presName="spaceRect" presStyleCnt="0"/>
      <dgm:spPr/>
    </dgm:pt>
    <dgm:pt modelId="{17C75892-E440-43A8-9147-4178692ACBB4}" type="pres">
      <dgm:prSet presAssocID="{F0EE6318-F229-4836-8FA5-060853C0B737}" presName="textRect" presStyleLbl="revTx" presStyleIdx="2" presStyleCnt="4">
        <dgm:presLayoutVars>
          <dgm:chMax val="1"/>
          <dgm:chPref val="1"/>
        </dgm:presLayoutVars>
      </dgm:prSet>
      <dgm:spPr/>
    </dgm:pt>
    <dgm:pt modelId="{D716355E-4409-4F57-8FBD-67F3CFC9EC51}" type="pres">
      <dgm:prSet presAssocID="{465F8418-2576-4888-ADD8-1A35470D4206}" presName="sibTrans" presStyleLbl="sibTrans2D1" presStyleIdx="0" presStyleCnt="0"/>
      <dgm:spPr/>
    </dgm:pt>
    <dgm:pt modelId="{BDBA3A0F-9BF8-4809-A2F0-527560764FC3}" type="pres">
      <dgm:prSet presAssocID="{2DF977CA-A5B9-41CF-9D5D-7829C01A7344}" presName="compNode" presStyleCnt="0"/>
      <dgm:spPr/>
    </dgm:pt>
    <dgm:pt modelId="{D41B5245-1A46-4CC9-BED2-FA23260FA615}" type="pres">
      <dgm:prSet presAssocID="{2DF977CA-A5B9-41CF-9D5D-7829C01A7344}" presName="iconBgRect" presStyleLbl="bgShp" presStyleIdx="3" presStyleCnt="4"/>
      <dgm:spPr/>
    </dgm:pt>
    <dgm:pt modelId="{8626B7CD-E5E7-4560-964B-1641C4A2F36C}" type="pres">
      <dgm:prSet presAssocID="{2DF977CA-A5B9-41CF-9D5D-7829C01A73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AD6833E-97CE-4B63-97E9-39A3570BB978}" type="pres">
      <dgm:prSet presAssocID="{2DF977CA-A5B9-41CF-9D5D-7829C01A7344}" presName="spaceRect" presStyleCnt="0"/>
      <dgm:spPr/>
    </dgm:pt>
    <dgm:pt modelId="{FF707BEE-9E9F-498C-B2F3-606988E5B5C4}" type="pres">
      <dgm:prSet presAssocID="{2DF977CA-A5B9-41CF-9D5D-7829C01A73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0F8006-DC1B-401C-B154-266689436A21}" srcId="{FCA80CDC-F99C-481C-9829-C8503F2735DD}" destId="{F51D55A1-D849-448C-81DE-068CC864AC04}" srcOrd="0" destOrd="0" parTransId="{BD076B09-ACE4-4D50-8ADC-2A3E290945CC}" sibTransId="{1E1B97BB-89D1-4D5E-8CD6-D8C1DEAF1286}"/>
    <dgm:cxn modelId="{9DE62A3F-FCEA-4CED-953F-56A6B384C1AF}" type="presOf" srcId="{465F8418-2576-4888-ADD8-1A35470D4206}" destId="{D716355E-4409-4F57-8FBD-67F3CFC9EC51}" srcOrd="0" destOrd="0" presId="urn:microsoft.com/office/officeart/2018/2/layout/IconCircleList"/>
    <dgm:cxn modelId="{94A0FE5B-62F0-4B70-99B5-D9E3B9374209}" srcId="{FCA80CDC-F99C-481C-9829-C8503F2735DD}" destId="{0E3AE3EE-AB38-4E28-8978-C53441343951}" srcOrd="1" destOrd="0" parTransId="{85D87889-72E0-4D51-9544-672A1BF902EC}" sibTransId="{5F602EEB-D1CD-4410-8021-67982A1BD1AB}"/>
    <dgm:cxn modelId="{9717705E-0446-45A7-850D-6B89E4D4A589}" type="presOf" srcId="{0E3AE3EE-AB38-4E28-8978-C53441343951}" destId="{1604CE48-84A1-4655-AE87-BB161759BE50}" srcOrd="0" destOrd="0" presId="urn:microsoft.com/office/officeart/2018/2/layout/IconCircleList"/>
    <dgm:cxn modelId="{CD822F81-DA3C-416F-A007-5FC7FC631C80}" type="presOf" srcId="{2DF977CA-A5B9-41CF-9D5D-7829C01A7344}" destId="{FF707BEE-9E9F-498C-B2F3-606988E5B5C4}" srcOrd="0" destOrd="0" presId="urn:microsoft.com/office/officeart/2018/2/layout/IconCircleList"/>
    <dgm:cxn modelId="{2F082583-7E54-414D-8F9A-ADEF79652088}" type="presOf" srcId="{F0EE6318-F229-4836-8FA5-060853C0B737}" destId="{17C75892-E440-43A8-9147-4178692ACBB4}" srcOrd="0" destOrd="0" presId="urn:microsoft.com/office/officeart/2018/2/layout/IconCircleList"/>
    <dgm:cxn modelId="{936E6FC7-579B-41DB-932F-8D0AD8AC5AA4}" type="presOf" srcId="{FCA80CDC-F99C-481C-9829-C8503F2735DD}" destId="{E58C27CF-605C-4202-AE4F-5FF42632D25D}" srcOrd="0" destOrd="0" presId="urn:microsoft.com/office/officeart/2018/2/layout/IconCircleList"/>
    <dgm:cxn modelId="{32055EC8-4BE1-41D5-A6FA-20F277437CCB}" type="presOf" srcId="{F51D55A1-D849-448C-81DE-068CC864AC04}" destId="{6E8A94E8-CFD9-4735-A85A-3355E5A477AC}" srcOrd="0" destOrd="0" presId="urn:microsoft.com/office/officeart/2018/2/layout/IconCircleList"/>
    <dgm:cxn modelId="{3CAE29C9-5173-465A-980B-79CF88D70516}" srcId="{FCA80CDC-F99C-481C-9829-C8503F2735DD}" destId="{F0EE6318-F229-4836-8FA5-060853C0B737}" srcOrd="2" destOrd="0" parTransId="{631AA75E-CCBD-45B9-B0C1-82124CD78E7E}" sibTransId="{465F8418-2576-4888-ADD8-1A35470D4206}"/>
    <dgm:cxn modelId="{FC9D2DDF-A4D1-4F88-9291-44648EB77A76}" srcId="{FCA80CDC-F99C-481C-9829-C8503F2735DD}" destId="{2DF977CA-A5B9-41CF-9D5D-7829C01A7344}" srcOrd="3" destOrd="0" parTransId="{3D99E73F-665B-44C1-8B75-AF454AE88931}" sibTransId="{42DD2AA9-8552-48BE-9239-E9434A10F2B3}"/>
    <dgm:cxn modelId="{506139EE-F59E-472F-AC22-556CEEB502EB}" type="presOf" srcId="{5F602EEB-D1CD-4410-8021-67982A1BD1AB}" destId="{81426E35-ADDE-4B28-BA54-42713F92D50E}" srcOrd="0" destOrd="0" presId="urn:microsoft.com/office/officeart/2018/2/layout/IconCircleList"/>
    <dgm:cxn modelId="{DCED02FC-7510-40B8-941C-5BAD4D89A15E}" type="presOf" srcId="{1E1B97BB-89D1-4D5E-8CD6-D8C1DEAF1286}" destId="{A83C1537-A90F-4D7D-8C4C-96B9A043CA18}" srcOrd="0" destOrd="0" presId="urn:microsoft.com/office/officeart/2018/2/layout/IconCircleList"/>
    <dgm:cxn modelId="{53C27599-3199-40A3-9367-AB705DF4D5A1}" type="presParOf" srcId="{E58C27CF-605C-4202-AE4F-5FF42632D25D}" destId="{8D95A88E-A25A-43B2-B0F0-FC36785BABD7}" srcOrd="0" destOrd="0" presId="urn:microsoft.com/office/officeart/2018/2/layout/IconCircleList"/>
    <dgm:cxn modelId="{7B40AF94-21B8-4A3C-95C9-63DF87A1F6DF}" type="presParOf" srcId="{8D95A88E-A25A-43B2-B0F0-FC36785BABD7}" destId="{8406EC2A-FC39-43F9-948D-7355245ED9BD}" srcOrd="0" destOrd="0" presId="urn:microsoft.com/office/officeart/2018/2/layout/IconCircleList"/>
    <dgm:cxn modelId="{436A0874-E98E-4386-BDA9-A36AE7CF3C63}" type="presParOf" srcId="{8406EC2A-FC39-43F9-948D-7355245ED9BD}" destId="{3FD725C6-A04B-4B19-A505-03D8C03D7C82}" srcOrd="0" destOrd="0" presId="urn:microsoft.com/office/officeart/2018/2/layout/IconCircleList"/>
    <dgm:cxn modelId="{B3C61A93-2336-4142-AF43-43B9C7E3DB8F}" type="presParOf" srcId="{8406EC2A-FC39-43F9-948D-7355245ED9BD}" destId="{6A86EBC6-9B64-48EA-A551-433498134A70}" srcOrd="1" destOrd="0" presId="urn:microsoft.com/office/officeart/2018/2/layout/IconCircleList"/>
    <dgm:cxn modelId="{80D42509-B0EF-4947-A2AC-14C9A3023C98}" type="presParOf" srcId="{8406EC2A-FC39-43F9-948D-7355245ED9BD}" destId="{C2B42571-4A18-4295-A128-86D27F65D7D9}" srcOrd="2" destOrd="0" presId="urn:microsoft.com/office/officeart/2018/2/layout/IconCircleList"/>
    <dgm:cxn modelId="{8D45DBC2-7585-4C56-AD2D-E1398555171C}" type="presParOf" srcId="{8406EC2A-FC39-43F9-948D-7355245ED9BD}" destId="{6E8A94E8-CFD9-4735-A85A-3355E5A477AC}" srcOrd="3" destOrd="0" presId="urn:microsoft.com/office/officeart/2018/2/layout/IconCircleList"/>
    <dgm:cxn modelId="{C13E00A7-73AE-4E6B-874C-5F5E718D1137}" type="presParOf" srcId="{8D95A88E-A25A-43B2-B0F0-FC36785BABD7}" destId="{A83C1537-A90F-4D7D-8C4C-96B9A043CA18}" srcOrd="1" destOrd="0" presId="urn:microsoft.com/office/officeart/2018/2/layout/IconCircleList"/>
    <dgm:cxn modelId="{7701C4B0-2DB5-410E-8AB3-FE36F6E3A686}" type="presParOf" srcId="{8D95A88E-A25A-43B2-B0F0-FC36785BABD7}" destId="{5F4A10CA-AFEB-4A40-B56A-7E6BEA58CE33}" srcOrd="2" destOrd="0" presId="urn:microsoft.com/office/officeart/2018/2/layout/IconCircleList"/>
    <dgm:cxn modelId="{8D336632-B682-410D-9921-DF4F1184AFA1}" type="presParOf" srcId="{5F4A10CA-AFEB-4A40-B56A-7E6BEA58CE33}" destId="{FC82690F-2E17-4740-A4E6-78133D9D695E}" srcOrd="0" destOrd="0" presId="urn:microsoft.com/office/officeart/2018/2/layout/IconCircleList"/>
    <dgm:cxn modelId="{FE7A5267-9D2B-4483-9C4B-9543A7C6326B}" type="presParOf" srcId="{5F4A10CA-AFEB-4A40-B56A-7E6BEA58CE33}" destId="{2F69FF60-C61E-4DB8-A6BE-95D6D6DD3573}" srcOrd="1" destOrd="0" presId="urn:microsoft.com/office/officeart/2018/2/layout/IconCircleList"/>
    <dgm:cxn modelId="{AEB9FFD0-7111-4C38-81B2-CCFAB9BB2643}" type="presParOf" srcId="{5F4A10CA-AFEB-4A40-B56A-7E6BEA58CE33}" destId="{B4D7F7EE-1643-49F1-BB3C-0595259BF151}" srcOrd="2" destOrd="0" presId="urn:microsoft.com/office/officeart/2018/2/layout/IconCircleList"/>
    <dgm:cxn modelId="{2541F77E-EAEF-429F-AA4F-41A84D62BF47}" type="presParOf" srcId="{5F4A10CA-AFEB-4A40-B56A-7E6BEA58CE33}" destId="{1604CE48-84A1-4655-AE87-BB161759BE50}" srcOrd="3" destOrd="0" presId="urn:microsoft.com/office/officeart/2018/2/layout/IconCircleList"/>
    <dgm:cxn modelId="{F0FBE9FB-A9AB-4EA9-928C-6F396B81E2D4}" type="presParOf" srcId="{8D95A88E-A25A-43B2-B0F0-FC36785BABD7}" destId="{81426E35-ADDE-4B28-BA54-42713F92D50E}" srcOrd="3" destOrd="0" presId="urn:microsoft.com/office/officeart/2018/2/layout/IconCircleList"/>
    <dgm:cxn modelId="{5E4CE8A4-5074-4F99-B30E-F6F67CB7B9C2}" type="presParOf" srcId="{8D95A88E-A25A-43B2-B0F0-FC36785BABD7}" destId="{035461C1-B2FD-469F-BDB3-1F2EAFD5BE07}" srcOrd="4" destOrd="0" presId="urn:microsoft.com/office/officeart/2018/2/layout/IconCircleList"/>
    <dgm:cxn modelId="{2FDE6B70-16C2-4821-AF7D-2C4822BCAF13}" type="presParOf" srcId="{035461C1-B2FD-469F-BDB3-1F2EAFD5BE07}" destId="{4FF68F00-07C9-44D8-AC3C-C4C1F9ADC081}" srcOrd="0" destOrd="0" presId="urn:microsoft.com/office/officeart/2018/2/layout/IconCircleList"/>
    <dgm:cxn modelId="{CBC46D97-57AE-4AEB-A73B-A1AC815E2381}" type="presParOf" srcId="{035461C1-B2FD-469F-BDB3-1F2EAFD5BE07}" destId="{34634F61-588C-4D22-8833-08F45C04F224}" srcOrd="1" destOrd="0" presId="urn:microsoft.com/office/officeart/2018/2/layout/IconCircleList"/>
    <dgm:cxn modelId="{BCAAB81B-2015-4446-B114-7EA79D0A687E}" type="presParOf" srcId="{035461C1-B2FD-469F-BDB3-1F2EAFD5BE07}" destId="{678FE1DC-D2A7-417E-BB2A-124E04351734}" srcOrd="2" destOrd="0" presId="urn:microsoft.com/office/officeart/2018/2/layout/IconCircleList"/>
    <dgm:cxn modelId="{9600B6C4-3AE6-46CA-BB75-567F96E462F6}" type="presParOf" srcId="{035461C1-B2FD-469F-BDB3-1F2EAFD5BE07}" destId="{17C75892-E440-43A8-9147-4178692ACBB4}" srcOrd="3" destOrd="0" presId="urn:microsoft.com/office/officeart/2018/2/layout/IconCircleList"/>
    <dgm:cxn modelId="{4A345D22-431F-49B2-B1BF-1136384DD3FE}" type="presParOf" srcId="{8D95A88E-A25A-43B2-B0F0-FC36785BABD7}" destId="{D716355E-4409-4F57-8FBD-67F3CFC9EC51}" srcOrd="5" destOrd="0" presId="urn:microsoft.com/office/officeart/2018/2/layout/IconCircleList"/>
    <dgm:cxn modelId="{263039D0-9A01-4E36-AE7E-8FF1F2C552DC}" type="presParOf" srcId="{8D95A88E-A25A-43B2-B0F0-FC36785BABD7}" destId="{BDBA3A0F-9BF8-4809-A2F0-527560764FC3}" srcOrd="6" destOrd="0" presId="urn:microsoft.com/office/officeart/2018/2/layout/IconCircleList"/>
    <dgm:cxn modelId="{FD3162C3-CE3F-43D8-AC99-A9D149B548B2}" type="presParOf" srcId="{BDBA3A0F-9BF8-4809-A2F0-527560764FC3}" destId="{D41B5245-1A46-4CC9-BED2-FA23260FA615}" srcOrd="0" destOrd="0" presId="urn:microsoft.com/office/officeart/2018/2/layout/IconCircleList"/>
    <dgm:cxn modelId="{6A596D7F-D28F-487C-8A76-8E0C1426CC67}" type="presParOf" srcId="{BDBA3A0F-9BF8-4809-A2F0-527560764FC3}" destId="{8626B7CD-E5E7-4560-964B-1641C4A2F36C}" srcOrd="1" destOrd="0" presId="urn:microsoft.com/office/officeart/2018/2/layout/IconCircleList"/>
    <dgm:cxn modelId="{86D36C0E-49EF-403F-BB2E-84B3F37A3EC9}" type="presParOf" srcId="{BDBA3A0F-9BF8-4809-A2F0-527560764FC3}" destId="{FAD6833E-97CE-4B63-97E9-39A3570BB978}" srcOrd="2" destOrd="0" presId="urn:microsoft.com/office/officeart/2018/2/layout/IconCircleList"/>
    <dgm:cxn modelId="{7BB36757-AE1D-4DD9-8913-1D4CB3785800}" type="presParOf" srcId="{BDBA3A0F-9BF8-4809-A2F0-527560764FC3}" destId="{FF707BEE-9E9F-498C-B2F3-606988E5B5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009812-EC0B-4BAF-AE39-97284F7DBE55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F0A09D-2DFC-4B61-ADCC-75C4E2D11961}">
      <dgm:prSet/>
      <dgm:spPr/>
      <dgm:t>
        <a:bodyPr/>
        <a:lstStyle/>
        <a:p>
          <a:r>
            <a:rPr lang="en-GB" b="1" dirty="0"/>
            <a:t>Concurrent Tasks:</a:t>
          </a:r>
          <a:r>
            <a:rPr lang="en-GB" dirty="0"/>
            <a:t> enable progress of multiple operations without simultaneous execution</a:t>
          </a:r>
          <a:endParaRPr lang="en-US" dirty="0"/>
        </a:p>
      </dgm:t>
    </dgm:pt>
    <dgm:pt modelId="{D332B38F-2CD5-4237-95D6-1C1BB4F433FF}" type="parTrans" cxnId="{4D1F4CAB-43EA-4CC8-9655-21555347192C}">
      <dgm:prSet/>
      <dgm:spPr/>
      <dgm:t>
        <a:bodyPr/>
        <a:lstStyle/>
        <a:p>
          <a:endParaRPr lang="en-US"/>
        </a:p>
      </dgm:t>
    </dgm:pt>
    <dgm:pt modelId="{42C72708-263C-4B03-8B6D-5CEE9D7A0974}" type="sibTrans" cxnId="{4D1F4CAB-43EA-4CC8-9655-21555347192C}">
      <dgm:prSet/>
      <dgm:spPr/>
      <dgm:t>
        <a:bodyPr/>
        <a:lstStyle/>
        <a:p>
          <a:endParaRPr lang="en-US"/>
        </a:p>
      </dgm:t>
    </dgm:pt>
    <dgm:pt modelId="{40352F59-4861-485C-B43D-D3B33415D329}">
      <dgm:prSet/>
      <dgm:spPr/>
      <dgm:t>
        <a:bodyPr/>
        <a:lstStyle/>
        <a:p>
          <a:r>
            <a:rPr lang="en-GB" b="1"/>
            <a:t>Futures:</a:t>
          </a:r>
          <a:r>
            <a:rPr lang="en-GB"/>
            <a:t> represent results of asynchronous computations</a:t>
          </a:r>
          <a:endParaRPr lang="en-US"/>
        </a:p>
      </dgm:t>
    </dgm:pt>
    <dgm:pt modelId="{437CCECD-93B4-4AE6-AEAC-2FFAA6AA96F2}" type="parTrans" cxnId="{28BDC832-877F-4982-A818-64451F9B8AC8}">
      <dgm:prSet/>
      <dgm:spPr/>
      <dgm:t>
        <a:bodyPr/>
        <a:lstStyle/>
        <a:p>
          <a:endParaRPr lang="en-US"/>
        </a:p>
      </dgm:t>
    </dgm:pt>
    <dgm:pt modelId="{9FD77ADC-D316-424D-A629-2EC097CD04D1}" type="sibTrans" cxnId="{28BDC832-877F-4982-A818-64451F9B8AC8}">
      <dgm:prSet/>
      <dgm:spPr/>
      <dgm:t>
        <a:bodyPr/>
        <a:lstStyle/>
        <a:p>
          <a:endParaRPr lang="en-US"/>
        </a:p>
      </dgm:t>
    </dgm:pt>
    <dgm:pt modelId="{4EAD559C-2FC2-46A2-B61F-96A0C6EB4262}">
      <dgm:prSet/>
      <dgm:spPr/>
      <dgm:t>
        <a:bodyPr/>
        <a:lstStyle/>
        <a:p>
          <a:r>
            <a:rPr lang="en-GB"/>
            <a:t>Both improve efficiency, responsiveness, and maintainability in modern systems</a:t>
          </a:r>
          <a:endParaRPr lang="en-US"/>
        </a:p>
      </dgm:t>
    </dgm:pt>
    <dgm:pt modelId="{25D2CE81-02F1-49F3-8EAC-F0F44EBDE10A}" type="parTrans" cxnId="{71E12833-0C94-45ED-A2E1-BCE379E374A6}">
      <dgm:prSet/>
      <dgm:spPr/>
      <dgm:t>
        <a:bodyPr/>
        <a:lstStyle/>
        <a:p>
          <a:endParaRPr lang="en-US"/>
        </a:p>
      </dgm:t>
    </dgm:pt>
    <dgm:pt modelId="{9C24F766-5AA1-46A5-8324-DAD91B266AE4}" type="sibTrans" cxnId="{71E12833-0C94-45ED-A2E1-BCE379E374A6}">
      <dgm:prSet/>
      <dgm:spPr/>
      <dgm:t>
        <a:bodyPr/>
        <a:lstStyle/>
        <a:p>
          <a:endParaRPr lang="en-US"/>
        </a:p>
      </dgm:t>
    </dgm:pt>
    <dgm:pt modelId="{270BEF82-2B45-4B33-9371-96F8F466018A}" type="pres">
      <dgm:prSet presAssocID="{E6009812-EC0B-4BAF-AE39-97284F7DBE55}" presName="linear" presStyleCnt="0">
        <dgm:presLayoutVars>
          <dgm:animLvl val="lvl"/>
          <dgm:resizeHandles val="exact"/>
        </dgm:presLayoutVars>
      </dgm:prSet>
      <dgm:spPr/>
    </dgm:pt>
    <dgm:pt modelId="{8D688C76-EAA3-4634-939E-714970CDD9FD}" type="pres">
      <dgm:prSet presAssocID="{F3F0A09D-2DFC-4B61-ADCC-75C4E2D119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15AB61-CFDF-4CCA-857A-A01F17FB7073}" type="pres">
      <dgm:prSet presAssocID="{42C72708-263C-4B03-8B6D-5CEE9D7A0974}" presName="spacer" presStyleCnt="0"/>
      <dgm:spPr/>
    </dgm:pt>
    <dgm:pt modelId="{C9E10F8A-EC70-4A97-8E08-E82ED44993AE}" type="pres">
      <dgm:prSet presAssocID="{40352F59-4861-485C-B43D-D3B33415D3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39266E-05D0-4ED1-8CD5-77F569B8052A}" type="pres">
      <dgm:prSet presAssocID="{9FD77ADC-D316-424D-A629-2EC097CD04D1}" presName="spacer" presStyleCnt="0"/>
      <dgm:spPr/>
    </dgm:pt>
    <dgm:pt modelId="{607B9C3A-16C2-4526-8997-61F5815FAF2A}" type="pres">
      <dgm:prSet presAssocID="{4EAD559C-2FC2-46A2-B61F-96A0C6EB426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E30E03-F9E8-4C18-9F9F-33519BE38FF7}" type="presOf" srcId="{E6009812-EC0B-4BAF-AE39-97284F7DBE55}" destId="{270BEF82-2B45-4B33-9371-96F8F466018A}" srcOrd="0" destOrd="0" presId="urn:microsoft.com/office/officeart/2005/8/layout/vList2"/>
    <dgm:cxn modelId="{28BDC832-877F-4982-A818-64451F9B8AC8}" srcId="{E6009812-EC0B-4BAF-AE39-97284F7DBE55}" destId="{40352F59-4861-485C-B43D-D3B33415D329}" srcOrd="1" destOrd="0" parTransId="{437CCECD-93B4-4AE6-AEAC-2FFAA6AA96F2}" sibTransId="{9FD77ADC-D316-424D-A629-2EC097CD04D1}"/>
    <dgm:cxn modelId="{71E12833-0C94-45ED-A2E1-BCE379E374A6}" srcId="{E6009812-EC0B-4BAF-AE39-97284F7DBE55}" destId="{4EAD559C-2FC2-46A2-B61F-96A0C6EB4262}" srcOrd="2" destOrd="0" parTransId="{25D2CE81-02F1-49F3-8EAC-F0F44EBDE10A}" sibTransId="{9C24F766-5AA1-46A5-8324-DAD91B266AE4}"/>
    <dgm:cxn modelId="{18B8C156-0E7B-40CF-923C-AF0182A63A5D}" type="presOf" srcId="{4EAD559C-2FC2-46A2-B61F-96A0C6EB4262}" destId="{607B9C3A-16C2-4526-8997-61F5815FAF2A}" srcOrd="0" destOrd="0" presId="urn:microsoft.com/office/officeart/2005/8/layout/vList2"/>
    <dgm:cxn modelId="{BD3E0C96-0C8F-46B0-85E2-FDB118C3A1FC}" type="presOf" srcId="{F3F0A09D-2DFC-4B61-ADCC-75C4E2D11961}" destId="{8D688C76-EAA3-4634-939E-714970CDD9FD}" srcOrd="0" destOrd="0" presId="urn:microsoft.com/office/officeart/2005/8/layout/vList2"/>
    <dgm:cxn modelId="{4D1F4CAB-43EA-4CC8-9655-21555347192C}" srcId="{E6009812-EC0B-4BAF-AE39-97284F7DBE55}" destId="{F3F0A09D-2DFC-4B61-ADCC-75C4E2D11961}" srcOrd="0" destOrd="0" parTransId="{D332B38F-2CD5-4237-95D6-1C1BB4F433FF}" sibTransId="{42C72708-263C-4B03-8B6D-5CEE9D7A0974}"/>
    <dgm:cxn modelId="{7C4BA3DB-6843-438D-AD34-FBC1B14E6FBD}" type="presOf" srcId="{40352F59-4861-485C-B43D-D3B33415D329}" destId="{C9E10F8A-EC70-4A97-8E08-E82ED44993AE}" srcOrd="0" destOrd="0" presId="urn:microsoft.com/office/officeart/2005/8/layout/vList2"/>
    <dgm:cxn modelId="{CEF784DF-3BD3-4896-80C4-4EC308C6069C}" type="presParOf" srcId="{270BEF82-2B45-4B33-9371-96F8F466018A}" destId="{8D688C76-EAA3-4634-939E-714970CDD9FD}" srcOrd="0" destOrd="0" presId="urn:microsoft.com/office/officeart/2005/8/layout/vList2"/>
    <dgm:cxn modelId="{D0FA01B1-092B-4D55-9BDB-25C75D3F5A62}" type="presParOf" srcId="{270BEF82-2B45-4B33-9371-96F8F466018A}" destId="{8E15AB61-CFDF-4CCA-857A-A01F17FB7073}" srcOrd="1" destOrd="0" presId="urn:microsoft.com/office/officeart/2005/8/layout/vList2"/>
    <dgm:cxn modelId="{B5B96862-34B9-41CA-AB0B-1B0AB86D8D1A}" type="presParOf" srcId="{270BEF82-2B45-4B33-9371-96F8F466018A}" destId="{C9E10F8A-EC70-4A97-8E08-E82ED44993AE}" srcOrd="2" destOrd="0" presId="urn:microsoft.com/office/officeart/2005/8/layout/vList2"/>
    <dgm:cxn modelId="{E2B4EE87-FF7A-4ED5-A281-77208D9063C2}" type="presParOf" srcId="{270BEF82-2B45-4B33-9371-96F8F466018A}" destId="{CB39266E-05D0-4ED1-8CD5-77F569B8052A}" srcOrd="3" destOrd="0" presId="urn:microsoft.com/office/officeart/2005/8/layout/vList2"/>
    <dgm:cxn modelId="{270D191C-5942-4433-AD9E-02768DBD6DCF}" type="presParOf" srcId="{270BEF82-2B45-4B33-9371-96F8F466018A}" destId="{607B9C3A-16C2-4526-8997-61F5815FAF2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8E3DC-045F-4299-A0DE-502077878C5B}">
      <dsp:nvSpPr>
        <dsp:cNvPr id="0" name=""/>
        <dsp:cNvSpPr/>
      </dsp:nvSpPr>
      <dsp:spPr>
        <a:xfrm>
          <a:off x="0" y="0"/>
          <a:ext cx="5340349" cy="865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Concurrency → handles many tasks efficiently</a:t>
          </a:r>
          <a:endParaRPr lang="en-US" sz="2300" kern="1200"/>
        </a:p>
      </dsp:txBody>
      <dsp:txXfrm>
        <a:off x="25338" y="25338"/>
        <a:ext cx="4333746" cy="814416"/>
      </dsp:txXfrm>
    </dsp:sp>
    <dsp:sp modelId="{E4CA7F5B-0827-4E7F-8C51-0EBBC05EB9CD}">
      <dsp:nvSpPr>
        <dsp:cNvPr id="0" name=""/>
        <dsp:cNvSpPr/>
      </dsp:nvSpPr>
      <dsp:spPr>
        <a:xfrm>
          <a:off x="447254" y="1022381"/>
          <a:ext cx="5340349" cy="865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Parallelism → executes many tasks simultaneously</a:t>
          </a:r>
          <a:endParaRPr lang="en-US" sz="2300" kern="1200"/>
        </a:p>
      </dsp:txBody>
      <dsp:txXfrm>
        <a:off x="472592" y="1047719"/>
        <a:ext cx="4280109" cy="814416"/>
      </dsp:txXfrm>
    </dsp:sp>
    <dsp:sp modelId="{624B9758-A191-4682-9B94-4AB11785C8E4}">
      <dsp:nvSpPr>
        <dsp:cNvPr id="0" name=""/>
        <dsp:cNvSpPr/>
      </dsp:nvSpPr>
      <dsp:spPr>
        <a:xfrm>
          <a:off x="887833" y="2044763"/>
          <a:ext cx="5340349" cy="865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Both improve system performance and scalability</a:t>
          </a:r>
          <a:endParaRPr lang="en-US" sz="2300" kern="1200"/>
        </a:p>
      </dsp:txBody>
      <dsp:txXfrm>
        <a:off x="913171" y="2070101"/>
        <a:ext cx="4286784" cy="814416"/>
      </dsp:txXfrm>
    </dsp:sp>
    <dsp:sp modelId="{81BD092D-5362-4AFE-B005-DB3516BFC212}">
      <dsp:nvSpPr>
        <dsp:cNvPr id="0" name=""/>
        <dsp:cNvSpPr/>
      </dsp:nvSpPr>
      <dsp:spPr>
        <a:xfrm>
          <a:off x="1335087" y="3067144"/>
          <a:ext cx="5340349" cy="865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Together, they build responsive and powerful software</a:t>
          </a:r>
          <a:endParaRPr lang="en-US" sz="2300" kern="1200"/>
        </a:p>
      </dsp:txBody>
      <dsp:txXfrm>
        <a:off x="1360425" y="3092482"/>
        <a:ext cx="4280109" cy="814416"/>
      </dsp:txXfrm>
    </dsp:sp>
    <dsp:sp modelId="{2E327755-CB8D-487C-8977-597EF007EBCF}">
      <dsp:nvSpPr>
        <dsp:cNvPr id="0" name=""/>
        <dsp:cNvSpPr/>
      </dsp:nvSpPr>
      <dsp:spPr>
        <a:xfrm>
          <a:off x="4778039" y="662581"/>
          <a:ext cx="562309" cy="56230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904559" y="662581"/>
        <a:ext cx="309269" cy="423138"/>
      </dsp:txXfrm>
    </dsp:sp>
    <dsp:sp modelId="{BC2D7FFC-7746-4155-97AB-AA5847C37A54}">
      <dsp:nvSpPr>
        <dsp:cNvPr id="0" name=""/>
        <dsp:cNvSpPr/>
      </dsp:nvSpPr>
      <dsp:spPr>
        <a:xfrm>
          <a:off x="5225293" y="1684963"/>
          <a:ext cx="562309" cy="56230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351813" y="1684963"/>
        <a:ext cx="309269" cy="423138"/>
      </dsp:txXfrm>
    </dsp:sp>
    <dsp:sp modelId="{FBEB5A94-5208-4A25-B64F-7D4386BEAB5E}">
      <dsp:nvSpPr>
        <dsp:cNvPr id="0" name=""/>
        <dsp:cNvSpPr/>
      </dsp:nvSpPr>
      <dsp:spPr>
        <a:xfrm>
          <a:off x="5665872" y="2707345"/>
          <a:ext cx="562309" cy="56230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92392" y="2707345"/>
        <a:ext cx="309269" cy="423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28FE3-351F-4D14-8242-73DC298E8337}">
      <dsp:nvSpPr>
        <dsp:cNvPr id="0" name=""/>
        <dsp:cNvSpPr/>
      </dsp:nvSpPr>
      <dsp:spPr>
        <a:xfrm>
          <a:off x="0" y="1631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4250C-61F6-43C5-A5A4-CD7A6E70C931}">
      <dsp:nvSpPr>
        <dsp:cNvPr id="0" name=""/>
        <dsp:cNvSpPr/>
      </dsp:nvSpPr>
      <dsp:spPr>
        <a:xfrm>
          <a:off x="250193" y="187726"/>
          <a:ext cx="454897" cy="4548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79639-1568-418D-BBDA-37F361F1A728}">
      <dsp:nvSpPr>
        <dsp:cNvPr id="0" name=""/>
        <dsp:cNvSpPr/>
      </dsp:nvSpPr>
      <dsp:spPr>
        <a:xfrm>
          <a:off x="955283" y="1631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Enable </a:t>
          </a:r>
          <a:r>
            <a:rPr lang="en-GB" sz="2200" b="1" kern="1200"/>
            <a:t>asynchronous</a:t>
          </a:r>
          <a:r>
            <a:rPr lang="en-GB" sz="2200" kern="1200"/>
            <a:t> and </a:t>
          </a:r>
          <a:r>
            <a:rPr lang="en-GB" sz="2200" b="1" kern="1200"/>
            <a:t>non-blocking</a:t>
          </a:r>
          <a:r>
            <a:rPr lang="en-GB" sz="2200" kern="1200"/>
            <a:t> computation</a:t>
          </a:r>
          <a:endParaRPr lang="en-US" sz="2200" kern="1200"/>
        </a:p>
      </dsp:txBody>
      <dsp:txXfrm>
        <a:off x="955283" y="1631"/>
        <a:ext cx="9398768" cy="827085"/>
      </dsp:txXfrm>
    </dsp:sp>
    <dsp:sp modelId="{90362657-3EAB-4405-9F5F-1D6969D3C8EC}">
      <dsp:nvSpPr>
        <dsp:cNvPr id="0" name=""/>
        <dsp:cNvSpPr/>
      </dsp:nvSpPr>
      <dsp:spPr>
        <a:xfrm>
          <a:off x="0" y="1035488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61552-9F45-4D3B-AD3C-C4DC0B7C7278}">
      <dsp:nvSpPr>
        <dsp:cNvPr id="0" name=""/>
        <dsp:cNvSpPr/>
      </dsp:nvSpPr>
      <dsp:spPr>
        <a:xfrm>
          <a:off x="250193" y="1221583"/>
          <a:ext cx="454897" cy="4548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F9D47-EE52-457D-AED8-0B554F32C122}">
      <dsp:nvSpPr>
        <dsp:cNvPr id="0" name=""/>
        <dsp:cNvSpPr/>
      </dsp:nvSpPr>
      <dsp:spPr>
        <a:xfrm>
          <a:off x="955283" y="1035488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Simplify </a:t>
          </a:r>
          <a:r>
            <a:rPr lang="en-GB" sz="2200" b="1" kern="1200"/>
            <a:t>thread communication</a:t>
          </a:r>
          <a:endParaRPr lang="en-US" sz="2200" kern="1200"/>
        </a:p>
      </dsp:txBody>
      <dsp:txXfrm>
        <a:off x="955283" y="1035488"/>
        <a:ext cx="9398768" cy="827085"/>
      </dsp:txXfrm>
    </dsp:sp>
    <dsp:sp modelId="{63228194-7861-481C-A91E-A0658AF09F92}">
      <dsp:nvSpPr>
        <dsp:cNvPr id="0" name=""/>
        <dsp:cNvSpPr/>
      </dsp:nvSpPr>
      <dsp:spPr>
        <a:xfrm>
          <a:off x="0" y="2069345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1BFF0-A338-4572-89B0-E7025A2027E3}">
      <dsp:nvSpPr>
        <dsp:cNvPr id="0" name=""/>
        <dsp:cNvSpPr/>
      </dsp:nvSpPr>
      <dsp:spPr>
        <a:xfrm>
          <a:off x="250193" y="2255439"/>
          <a:ext cx="454897" cy="4548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E7141-F832-40E3-9FFA-BC53AC855195}">
      <dsp:nvSpPr>
        <dsp:cNvPr id="0" name=""/>
        <dsp:cNvSpPr/>
      </dsp:nvSpPr>
      <dsp:spPr>
        <a:xfrm>
          <a:off x="955283" y="2069345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Avoid </a:t>
          </a:r>
          <a:r>
            <a:rPr lang="en-GB" sz="2200" b="1" kern="1200"/>
            <a:t>low-level synchronization</a:t>
          </a:r>
          <a:r>
            <a:rPr lang="en-GB" sz="2200" kern="1200"/>
            <a:t> tools (like locks or mutexes)</a:t>
          </a:r>
          <a:endParaRPr lang="en-US" sz="2200" kern="1200"/>
        </a:p>
      </dsp:txBody>
      <dsp:txXfrm>
        <a:off x="955283" y="2069345"/>
        <a:ext cx="9398768" cy="827085"/>
      </dsp:txXfrm>
    </dsp:sp>
    <dsp:sp modelId="{30856929-9877-4A32-AA31-ECB2C96961C9}">
      <dsp:nvSpPr>
        <dsp:cNvPr id="0" name=""/>
        <dsp:cNvSpPr/>
      </dsp:nvSpPr>
      <dsp:spPr>
        <a:xfrm>
          <a:off x="0" y="3103202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DBF8D-8294-4EC1-8271-93A894E2937B}">
      <dsp:nvSpPr>
        <dsp:cNvPr id="0" name=""/>
        <dsp:cNvSpPr/>
      </dsp:nvSpPr>
      <dsp:spPr>
        <a:xfrm>
          <a:off x="250193" y="3289296"/>
          <a:ext cx="454897" cy="4548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E1C3A-B6AA-4B4A-809B-B2B66531522F}">
      <dsp:nvSpPr>
        <dsp:cNvPr id="0" name=""/>
        <dsp:cNvSpPr/>
      </dsp:nvSpPr>
      <dsp:spPr>
        <a:xfrm>
          <a:off x="955283" y="3103202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Improve </a:t>
          </a:r>
          <a:r>
            <a:rPr lang="en-GB" sz="2200" b="1" kern="1200"/>
            <a:t>performance and responsiveness</a:t>
          </a:r>
          <a:endParaRPr lang="en-US" sz="2200" kern="1200"/>
        </a:p>
      </dsp:txBody>
      <dsp:txXfrm>
        <a:off x="955283" y="3103202"/>
        <a:ext cx="9398768" cy="8270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08750-0A39-4995-8667-5912A183CBA4}">
      <dsp:nvSpPr>
        <dsp:cNvPr id="0" name=""/>
        <dsp:cNvSpPr/>
      </dsp:nvSpPr>
      <dsp:spPr>
        <a:xfrm>
          <a:off x="0" y="448872"/>
          <a:ext cx="945356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CA244-0008-4D6A-AF56-B620D31BE77D}">
      <dsp:nvSpPr>
        <dsp:cNvPr id="0" name=""/>
        <dsp:cNvSpPr/>
      </dsp:nvSpPr>
      <dsp:spPr>
        <a:xfrm>
          <a:off x="472678" y="138912"/>
          <a:ext cx="6617495" cy="61992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class template object</a:t>
          </a:r>
          <a:endParaRPr lang="en-US" sz="2100" kern="1200" dirty="0"/>
        </a:p>
      </dsp:txBody>
      <dsp:txXfrm>
        <a:off x="502940" y="169174"/>
        <a:ext cx="6556971" cy="559396"/>
      </dsp:txXfrm>
    </dsp:sp>
    <dsp:sp modelId="{5B7CF10E-205E-4A49-97C5-0275B1D013F1}">
      <dsp:nvSpPr>
        <dsp:cNvPr id="0" name=""/>
        <dsp:cNvSpPr/>
      </dsp:nvSpPr>
      <dsp:spPr>
        <a:xfrm>
          <a:off x="0" y="1401432"/>
          <a:ext cx="9453565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702" tIns="437388" rIns="73370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the data may not be available or computed in the present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data is promised to be available to you in the future </a:t>
          </a:r>
          <a:endParaRPr lang="en-US" sz="2100" kern="1200"/>
        </a:p>
      </dsp:txBody>
      <dsp:txXfrm>
        <a:off x="0" y="1401432"/>
        <a:ext cx="9453565" cy="1223775"/>
      </dsp:txXfrm>
    </dsp:sp>
    <dsp:sp modelId="{39CAB644-AC3C-4F72-9D10-F7E9177ABA93}">
      <dsp:nvSpPr>
        <dsp:cNvPr id="0" name=""/>
        <dsp:cNvSpPr/>
      </dsp:nvSpPr>
      <dsp:spPr>
        <a:xfrm>
          <a:off x="472678" y="1091472"/>
          <a:ext cx="6617495" cy="61992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a read only object containing data</a:t>
          </a:r>
          <a:endParaRPr lang="en-US" sz="2100" kern="1200" dirty="0"/>
        </a:p>
      </dsp:txBody>
      <dsp:txXfrm>
        <a:off x="502940" y="1121734"/>
        <a:ext cx="6556971" cy="559396"/>
      </dsp:txXfrm>
    </dsp:sp>
    <dsp:sp modelId="{0288406F-F647-4182-AE99-D4CFB6D74389}">
      <dsp:nvSpPr>
        <dsp:cNvPr id="0" name=""/>
        <dsp:cNvSpPr/>
      </dsp:nvSpPr>
      <dsp:spPr>
        <a:xfrm>
          <a:off x="0" y="3048567"/>
          <a:ext cx="9453565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702" tIns="437388" rIns="73370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calling this method will block until the data is available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returns a value or throws an exception</a:t>
          </a:r>
          <a:endParaRPr lang="en-US" sz="2100" kern="1200" dirty="0"/>
        </a:p>
      </dsp:txBody>
      <dsp:txXfrm>
        <a:off x="0" y="3048567"/>
        <a:ext cx="9453565" cy="1223775"/>
      </dsp:txXfrm>
    </dsp:sp>
    <dsp:sp modelId="{AB2D9EC7-5F3C-40C9-8FD6-8EADA279588B}">
      <dsp:nvSpPr>
        <dsp:cNvPr id="0" name=""/>
        <dsp:cNvSpPr/>
      </dsp:nvSpPr>
      <dsp:spPr>
        <a:xfrm>
          <a:off x="472678" y="2738607"/>
          <a:ext cx="6617495" cy="61992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get() method is the main purpose of a future object</a:t>
          </a:r>
          <a:endParaRPr lang="en-US" sz="2100" kern="1200"/>
        </a:p>
      </dsp:txBody>
      <dsp:txXfrm>
        <a:off x="502940" y="2768869"/>
        <a:ext cx="6556971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08750-0A39-4995-8667-5912A183CBA4}">
      <dsp:nvSpPr>
        <dsp:cNvPr id="0" name=""/>
        <dsp:cNvSpPr/>
      </dsp:nvSpPr>
      <dsp:spPr>
        <a:xfrm>
          <a:off x="0" y="340210"/>
          <a:ext cx="945356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CA244-0008-4D6A-AF56-B620D31BE77D}">
      <dsp:nvSpPr>
        <dsp:cNvPr id="0" name=""/>
        <dsp:cNvSpPr/>
      </dsp:nvSpPr>
      <dsp:spPr>
        <a:xfrm>
          <a:off x="472678" y="730"/>
          <a:ext cx="6617495" cy="67896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class template object</a:t>
          </a:r>
          <a:endParaRPr lang="en-US" sz="2000" kern="1200" dirty="0"/>
        </a:p>
      </dsp:txBody>
      <dsp:txXfrm>
        <a:off x="505822" y="33874"/>
        <a:ext cx="6551207" cy="612672"/>
      </dsp:txXfrm>
    </dsp:sp>
    <dsp:sp modelId="{5B7CF10E-205E-4A49-97C5-0275B1D013F1}">
      <dsp:nvSpPr>
        <dsp:cNvPr id="0" name=""/>
        <dsp:cNvSpPr/>
      </dsp:nvSpPr>
      <dsp:spPr>
        <a:xfrm>
          <a:off x="0" y="1383490"/>
          <a:ext cx="9453565" cy="1412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702" tIns="479044" rIns="73370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which is automatically instantiated when a promise is created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the only public constructor for a future object creates an empty or invalid future</a:t>
          </a:r>
          <a:endParaRPr lang="en-US" sz="1800" kern="1200" dirty="0"/>
        </a:p>
      </dsp:txBody>
      <dsp:txXfrm>
        <a:off x="0" y="1383490"/>
        <a:ext cx="9453565" cy="1412775"/>
      </dsp:txXfrm>
    </dsp:sp>
    <dsp:sp modelId="{39CAB644-AC3C-4F72-9D10-F7E9177ABA93}">
      <dsp:nvSpPr>
        <dsp:cNvPr id="0" name=""/>
        <dsp:cNvSpPr/>
      </dsp:nvSpPr>
      <dsp:spPr>
        <a:xfrm>
          <a:off x="472678" y="1044010"/>
          <a:ext cx="6617495" cy="67896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promise object has an associated future object</a:t>
          </a:r>
          <a:endParaRPr lang="en-US" sz="2000" kern="1200" dirty="0"/>
        </a:p>
      </dsp:txBody>
      <dsp:txXfrm>
        <a:off x="505822" y="1077154"/>
        <a:ext cx="6551207" cy="612672"/>
      </dsp:txXfrm>
    </dsp:sp>
    <dsp:sp modelId="{0288406F-F647-4182-AE99-D4CFB6D74389}">
      <dsp:nvSpPr>
        <dsp:cNvPr id="0" name=""/>
        <dsp:cNvSpPr/>
      </dsp:nvSpPr>
      <dsp:spPr>
        <a:xfrm>
          <a:off x="0" y="3830924"/>
          <a:ext cx="945356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D9EC7-5F3C-40C9-8FD6-8EADA279588B}">
      <dsp:nvSpPr>
        <dsp:cNvPr id="0" name=""/>
        <dsp:cNvSpPr/>
      </dsp:nvSpPr>
      <dsp:spPr>
        <a:xfrm>
          <a:off x="472678" y="2920465"/>
          <a:ext cx="6617495" cy="1249938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126" tIns="0" rIns="2501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promise object guarantees it will take "the value returned" by the function and place in the future object at some point in time</a:t>
          </a:r>
          <a:endParaRPr lang="en-US" sz="2000" kern="1200" dirty="0"/>
        </a:p>
      </dsp:txBody>
      <dsp:txXfrm>
        <a:off x="533695" y="2981482"/>
        <a:ext cx="6495461" cy="11279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EBDD3-72C4-401E-90CA-3D98D6CC7853}">
      <dsp:nvSpPr>
        <dsp:cNvPr id="0" name=""/>
        <dsp:cNvSpPr/>
      </dsp:nvSpPr>
      <dsp:spPr>
        <a:xfrm>
          <a:off x="0" y="0"/>
          <a:ext cx="5600701" cy="748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Use Them When:</a:t>
          </a:r>
          <a:endParaRPr lang="en-US" sz="2000" kern="1200"/>
        </a:p>
      </dsp:txBody>
      <dsp:txXfrm>
        <a:off x="21909" y="21909"/>
        <a:ext cx="4705992" cy="704218"/>
      </dsp:txXfrm>
    </dsp:sp>
    <dsp:sp modelId="{3FB28CAF-B928-4A97-92A1-B38C3445888D}">
      <dsp:nvSpPr>
        <dsp:cNvPr id="0" name=""/>
        <dsp:cNvSpPr/>
      </dsp:nvSpPr>
      <dsp:spPr>
        <a:xfrm>
          <a:off x="418234" y="851930"/>
          <a:ext cx="5600701" cy="748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Tasks take time but can run independently</a:t>
          </a:r>
          <a:endParaRPr lang="en-US" sz="2000" kern="1200"/>
        </a:p>
      </dsp:txBody>
      <dsp:txXfrm>
        <a:off x="440143" y="873839"/>
        <a:ext cx="4652425" cy="704218"/>
      </dsp:txXfrm>
    </dsp:sp>
    <dsp:sp modelId="{7736CDD2-44F7-4F16-AE09-0CE3D2A5EABE}">
      <dsp:nvSpPr>
        <dsp:cNvPr id="0" name=""/>
        <dsp:cNvSpPr/>
      </dsp:nvSpPr>
      <dsp:spPr>
        <a:xfrm>
          <a:off x="836468" y="1703860"/>
          <a:ext cx="5600701" cy="748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You need to </a:t>
          </a:r>
          <a:r>
            <a:rPr lang="en-GB" sz="2000" b="1" kern="1200"/>
            <a:t>continue other work</a:t>
          </a:r>
          <a:r>
            <a:rPr lang="en-GB" sz="2000" kern="1200"/>
            <a:t> while waiting for results</a:t>
          </a:r>
          <a:endParaRPr lang="en-US" sz="2000" kern="1200"/>
        </a:p>
      </dsp:txBody>
      <dsp:txXfrm>
        <a:off x="858377" y="1725769"/>
        <a:ext cx="4652425" cy="704218"/>
      </dsp:txXfrm>
    </dsp:sp>
    <dsp:sp modelId="{317045FF-8A19-4EBB-BB1B-14811A222CC9}">
      <dsp:nvSpPr>
        <dsp:cNvPr id="0" name=""/>
        <dsp:cNvSpPr/>
      </dsp:nvSpPr>
      <dsp:spPr>
        <a:xfrm>
          <a:off x="1254702" y="2555790"/>
          <a:ext cx="5600701" cy="748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Working with </a:t>
          </a:r>
          <a:r>
            <a:rPr lang="en-GB" sz="2000" b="1" kern="1200"/>
            <a:t>I/O</a:t>
          </a:r>
          <a:r>
            <a:rPr lang="en-GB" sz="2000" kern="1200"/>
            <a:t>, </a:t>
          </a:r>
          <a:r>
            <a:rPr lang="en-GB" sz="2000" b="1" kern="1200"/>
            <a:t>network calls</a:t>
          </a:r>
          <a:r>
            <a:rPr lang="en-GB" sz="2000" kern="1200"/>
            <a:t>, or </a:t>
          </a:r>
          <a:r>
            <a:rPr lang="en-GB" sz="2000" b="1" kern="1200"/>
            <a:t>database queries</a:t>
          </a:r>
          <a:endParaRPr lang="en-US" sz="2000" kern="1200"/>
        </a:p>
      </dsp:txBody>
      <dsp:txXfrm>
        <a:off x="1276611" y="2577699"/>
        <a:ext cx="4652425" cy="704218"/>
      </dsp:txXfrm>
    </dsp:sp>
    <dsp:sp modelId="{FE36405C-F668-41B6-8801-1E96EA39AB6E}">
      <dsp:nvSpPr>
        <dsp:cNvPr id="0" name=""/>
        <dsp:cNvSpPr/>
      </dsp:nvSpPr>
      <dsp:spPr>
        <a:xfrm>
          <a:off x="1672936" y="3407720"/>
          <a:ext cx="5600701" cy="748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Combining results from multiple concurrent computations</a:t>
          </a:r>
          <a:endParaRPr lang="en-US" sz="2000" kern="1200"/>
        </a:p>
      </dsp:txBody>
      <dsp:txXfrm>
        <a:off x="1694845" y="3429629"/>
        <a:ext cx="4652425" cy="704218"/>
      </dsp:txXfrm>
    </dsp:sp>
    <dsp:sp modelId="{80D60915-84A2-4559-9E6B-BD908BD66F3F}">
      <dsp:nvSpPr>
        <dsp:cNvPr id="0" name=""/>
        <dsp:cNvSpPr/>
      </dsp:nvSpPr>
      <dsp:spPr>
        <a:xfrm>
          <a:off x="5114477" y="546482"/>
          <a:ext cx="486223" cy="4862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223877" y="546482"/>
        <a:ext cx="267423" cy="365883"/>
      </dsp:txXfrm>
    </dsp:sp>
    <dsp:sp modelId="{BA49332B-4157-4EF5-AF53-4EA3B830F36A}">
      <dsp:nvSpPr>
        <dsp:cNvPr id="0" name=""/>
        <dsp:cNvSpPr/>
      </dsp:nvSpPr>
      <dsp:spPr>
        <a:xfrm>
          <a:off x="5532711" y="1398412"/>
          <a:ext cx="486223" cy="4862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642111" y="1398412"/>
        <a:ext cx="267423" cy="365883"/>
      </dsp:txXfrm>
    </dsp:sp>
    <dsp:sp modelId="{3826C527-52B6-482A-A092-655C8E559F06}">
      <dsp:nvSpPr>
        <dsp:cNvPr id="0" name=""/>
        <dsp:cNvSpPr/>
      </dsp:nvSpPr>
      <dsp:spPr>
        <a:xfrm>
          <a:off x="5950946" y="2237875"/>
          <a:ext cx="486223" cy="4862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60346" y="2237875"/>
        <a:ext cx="267423" cy="365883"/>
      </dsp:txXfrm>
    </dsp:sp>
    <dsp:sp modelId="{58CF58B3-85CF-45E6-B06E-9EEE5DCD84AD}">
      <dsp:nvSpPr>
        <dsp:cNvPr id="0" name=""/>
        <dsp:cNvSpPr/>
      </dsp:nvSpPr>
      <dsp:spPr>
        <a:xfrm>
          <a:off x="6369180" y="3098116"/>
          <a:ext cx="486223" cy="4862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78580" y="3098116"/>
        <a:ext cx="267423" cy="3658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0A639-2FE6-46D3-98D3-16E1AC5F0039}">
      <dsp:nvSpPr>
        <dsp:cNvPr id="0" name=""/>
        <dsp:cNvSpPr/>
      </dsp:nvSpPr>
      <dsp:spPr>
        <a:xfrm>
          <a:off x="0" y="1631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B097EA-7B45-42D9-AE2B-57ECE3F85927}">
      <dsp:nvSpPr>
        <dsp:cNvPr id="0" name=""/>
        <dsp:cNvSpPr/>
      </dsp:nvSpPr>
      <dsp:spPr>
        <a:xfrm>
          <a:off x="250193" y="187726"/>
          <a:ext cx="454897" cy="4548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7176D-5051-4353-83E5-4F964F0340B3}">
      <dsp:nvSpPr>
        <dsp:cNvPr id="0" name=""/>
        <dsp:cNvSpPr/>
      </dsp:nvSpPr>
      <dsp:spPr>
        <a:xfrm>
          <a:off x="955283" y="1631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If the computation fails, the </a:t>
          </a:r>
          <a:r>
            <a:rPr lang="en-GB" sz="2200" b="1" kern="1200" dirty="0"/>
            <a:t>Future holds an exception</a:t>
          </a:r>
          <a:endParaRPr lang="en-US" sz="2200" kern="1200" dirty="0"/>
        </a:p>
      </dsp:txBody>
      <dsp:txXfrm>
        <a:off x="955283" y="1631"/>
        <a:ext cx="9398768" cy="827085"/>
      </dsp:txXfrm>
    </dsp:sp>
    <dsp:sp modelId="{C0DA4B54-F6F4-4188-9C4F-98C855F7B1BF}">
      <dsp:nvSpPr>
        <dsp:cNvPr id="0" name=""/>
        <dsp:cNvSpPr/>
      </dsp:nvSpPr>
      <dsp:spPr>
        <a:xfrm>
          <a:off x="0" y="1035488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F88480-86BD-49EC-BE54-837E2EC7ED57}">
      <dsp:nvSpPr>
        <dsp:cNvPr id="0" name=""/>
        <dsp:cNvSpPr/>
      </dsp:nvSpPr>
      <dsp:spPr>
        <a:xfrm>
          <a:off x="250193" y="1221583"/>
          <a:ext cx="454897" cy="4548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5D621-0714-4995-BCF5-D8AA68214823}">
      <dsp:nvSpPr>
        <dsp:cNvPr id="0" name=""/>
        <dsp:cNvSpPr/>
      </dsp:nvSpPr>
      <dsp:spPr>
        <a:xfrm>
          <a:off x="955283" y="1035488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get() throws the exception when called</a:t>
          </a:r>
          <a:endParaRPr lang="en-US" sz="2200" kern="1200"/>
        </a:p>
      </dsp:txBody>
      <dsp:txXfrm>
        <a:off x="955283" y="1035488"/>
        <a:ext cx="9398768" cy="827085"/>
      </dsp:txXfrm>
    </dsp:sp>
    <dsp:sp modelId="{1F6E3362-BD9E-4A4A-9AB3-68A5870C0B26}">
      <dsp:nvSpPr>
        <dsp:cNvPr id="0" name=""/>
        <dsp:cNvSpPr/>
      </dsp:nvSpPr>
      <dsp:spPr>
        <a:xfrm>
          <a:off x="0" y="2069345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AAC7E2-EE89-460D-8128-4933C3BE68B3}">
      <dsp:nvSpPr>
        <dsp:cNvPr id="0" name=""/>
        <dsp:cNvSpPr/>
      </dsp:nvSpPr>
      <dsp:spPr>
        <a:xfrm>
          <a:off x="250193" y="2255439"/>
          <a:ext cx="454897" cy="4548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E71DF-1022-4839-9A3D-06306AF4DD5C}">
      <dsp:nvSpPr>
        <dsp:cNvPr id="0" name=""/>
        <dsp:cNvSpPr/>
      </dsp:nvSpPr>
      <dsp:spPr>
        <a:xfrm>
          <a:off x="955283" y="2069345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 </a:t>
          </a:r>
          <a:r>
            <a:rPr lang="en-GB" sz="2200" b="1" kern="1200"/>
            <a:t>broken promise</a:t>
          </a:r>
          <a:r>
            <a:rPr lang="en-GB" sz="2200" kern="1200"/>
            <a:t> occurs if a promise is never fulfilled</a:t>
          </a:r>
          <a:endParaRPr lang="en-US" sz="2200" kern="1200"/>
        </a:p>
      </dsp:txBody>
      <dsp:txXfrm>
        <a:off x="955283" y="2069345"/>
        <a:ext cx="9398768" cy="827085"/>
      </dsp:txXfrm>
    </dsp:sp>
    <dsp:sp modelId="{99E10796-D32F-480F-9804-7285C2586C88}">
      <dsp:nvSpPr>
        <dsp:cNvPr id="0" name=""/>
        <dsp:cNvSpPr/>
      </dsp:nvSpPr>
      <dsp:spPr>
        <a:xfrm>
          <a:off x="0" y="3103202"/>
          <a:ext cx="10354052" cy="8270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30C01-0483-4D9F-A418-BBE228180FB4}">
      <dsp:nvSpPr>
        <dsp:cNvPr id="0" name=""/>
        <dsp:cNvSpPr/>
      </dsp:nvSpPr>
      <dsp:spPr>
        <a:xfrm>
          <a:off x="250193" y="3289296"/>
          <a:ext cx="454897" cy="4548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8FBBE-6FDE-4AB6-9266-0A1D9C14FAE5}">
      <dsp:nvSpPr>
        <dsp:cNvPr id="0" name=""/>
        <dsp:cNvSpPr/>
      </dsp:nvSpPr>
      <dsp:spPr>
        <a:xfrm>
          <a:off x="955283" y="3103202"/>
          <a:ext cx="9398768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 Java, use completeExceptionally() to handle failures</a:t>
          </a:r>
          <a:endParaRPr lang="en-US" sz="2200" kern="1200"/>
        </a:p>
      </dsp:txBody>
      <dsp:txXfrm>
        <a:off x="955283" y="3103202"/>
        <a:ext cx="9398768" cy="8270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725C6-A04B-4B19-A505-03D8C03D7C82}">
      <dsp:nvSpPr>
        <dsp:cNvPr id="0" name=""/>
        <dsp:cNvSpPr/>
      </dsp:nvSpPr>
      <dsp:spPr>
        <a:xfrm>
          <a:off x="42917" y="784697"/>
          <a:ext cx="1089602" cy="108960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6EBC6-9B64-48EA-A551-433498134A70}">
      <dsp:nvSpPr>
        <dsp:cNvPr id="0" name=""/>
        <dsp:cNvSpPr/>
      </dsp:nvSpPr>
      <dsp:spPr>
        <a:xfrm>
          <a:off x="271733" y="1013514"/>
          <a:ext cx="631969" cy="631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A94E8-CFD9-4735-A85A-3355E5A477AC}">
      <dsp:nvSpPr>
        <dsp:cNvPr id="0" name=""/>
        <dsp:cNvSpPr/>
      </dsp:nvSpPr>
      <dsp:spPr>
        <a:xfrm>
          <a:off x="1366006" y="784697"/>
          <a:ext cx="2568349" cy="108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Future = placeholder for an upcoming result</a:t>
          </a:r>
          <a:endParaRPr lang="en-US" sz="1900" kern="1200" dirty="0"/>
        </a:p>
      </dsp:txBody>
      <dsp:txXfrm>
        <a:off x="1366006" y="784697"/>
        <a:ext cx="2568349" cy="1089602"/>
      </dsp:txXfrm>
    </dsp:sp>
    <dsp:sp modelId="{FC82690F-2E17-4740-A4E6-78133D9D695E}">
      <dsp:nvSpPr>
        <dsp:cNvPr id="0" name=""/>
        <dsp:cNvSpPr/>
      </dsp:nvSpPr>
      <dsp:spPr>
        <a:xfrm>
          <a:off x="4381871" y="784697"/>
          <a:ext cx="1089602" cy="108960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9FF60-C61E-4DB8-A6BE-95D6D6DD3573}">
      <dsp:nvSpPr>
        <dsp:cNvPr id="0" name=""/>
        <dsp:cNvSpPr/>
      </dsp:nvSpPr>
      <dsp:spPr>
        <a:xfrm>
          <a:off x="4610688" y="1013514"/>
          <a:ext cx="631969" cy="631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4CE48-84A1-4655-AE87-BB161759BE50}">
      <dsp:nvSpPr>
        <dsp:cNvPr id="0" name=""/>
        <dsp:cNvSpPr/>
      </dsp:nvSpPr>
      <dsp:spPr>
        <a:xfrm>
          <a:off x="5704961" y="784697"/>
          <a:ext cx="2568349" cy="108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Promise = the mechanism that provides the result</a:t>
          </a:r>
          <a:endParaRPr lang="en-US" sz="1900" kern="1200"/>
        </a:p>
      </dsp:txBody>
      <dsp:txXfrm>
        <a:off x="5704961" y="784697"/>
        <a:ext cx="2568349" cy="1089602"/>
      </dsp:txXfrm>
    </dsp:sp>
    <dsp:sp modelId="{4FF68F00-07C9-44D8-AC3C-C4C1F9ADC081}">
      <dsp:nvSpPr>
        <dsp:cNvPr id="0" name=""/>
        <dsp:cNvSpPr/>
      </dsp:nvSpPr>
      <dsp:spPr>
        <a:xfrm>
          <a:off x="42917" y="2642086"/>
          <a:ext cx="1089602" cy="108960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34F61-588C-4D22-8833-08F45C04F224}">
      <dsp:nvSpPr>
        <dsp:cNvPr id="0" name=""/>
        <dsp:cNvSpPr/>
      </dsp:nvSpPr>
      <dsp:spPr>
        <a:xfrm>
          <a:off x="271733" y="2870903"/>
          <a:ext cx="631969" cy="631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75892-E440-43A8-9147-4178692ACBB4}">
      <dsp:nvSpPr>
        <dsp:cNvPr id="0" name=""/>
        <dsp:cNvSpPr/>
      </dsp:nvSpPr>
      <dsp:spPr>
        <a:xfrm>
          <a:off x="1366006" y="2642086"/>
          <a:ext cx="2568349" cy="108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Together, they enable asynchronous, safe, and scalable programming</a:t>
          </a:r>
          <a:endParaRPr lang="en-US" sz="1900" kern="1200"/>
        </a:p>
      </dsp:txBody>
      <dsp:txXfrm>
        <a:off x="1366006" y="2642086"/>
        <a:ext cx="2568349" cy="1089602"/>
      </dsp:txXfrm>
    </dsp:sp>
    <dsp:sp modelId="{D41B5245-1A46-4CC9-BED2-FA23260FA615}">
      <dsp:nvSpPr>
        <dsp:cNvPr id="0" name=""/>
        <dsp:cNvSpPr/>
      </dsp:nvSpPr>
      <dsp:spPr>
        <a:xfrm>
          <a:off x="4381871" y="2642086"/>
          <a:ext cx="1089602" cy="108960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6B7CD-E5E7-4560-964B-1641C4A2F36C}">
      <dsp:nvSpPr>
        <dsp:cNvPr id="0" name=""/>
        <dsp:cNvSpPr/>
      </dsp:nvSpPr>
      <dsp:spPr>
        <a:xfrm>
          <a:off x="4610688" y="2870903"/>
          <a:ext cx="631969" cy="6319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07BEE-9E9F-498C-B2F3-606988E5B5C4}">
      <dsp:nvSpPr>
        <dsp:cNvPr id="0" name=""/>
        <dsp:cNvSpPr/>
      </dsp:nvSpPr>
      <dsp:spPr>
        <a:xfrm>
          <a:off x="5704961" y="2642086"/>
          <a:ext cx="2568349" cy="1089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 them for long-running or parallelizable operations</a:t>
          </a:r>
          <a:endParaRPr lang="en-US" sz="1900" kern="1200"/>
        </a:p>
      </dsp:txBody>
      <dsp:txXfrm>
        <a:off x="5704961" y="2642086"/>
        <a:ext cx="2568349" cy="10896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88C76-EAA3-4634-939E-714970CDD9FD}">
      <dsp:nvSpPr>
        <dsp:cNvPr id="0" name=""/>
        <dsp:cNvSpPr/>
      </dsp:nvSpPr>
      <dsp:spPr>
        <a:xfrm>
          <a:off x="0" y="389028"/>
          <a:ext cx="7273638" cy="10740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dirty="0"/>
            <a:t>Concurrent Tasks:</a:t>
          </a:r>
          <a:r>
            <a:rPr lang="en-GB" sz="2700" kern="1200" dirty="0"/>
            <a:t> enable progress of multiple operations without simultaneous execution</a:t>
          </a:r>
          <a:endParaRPr lang="en-US" sz="2700" kern="1200" dirty="0"/>
        </a:p>
      </dsp:txBody>
      <dsp:txXfrm>
        <a:off x="52431" y="441459"/>
        <a:ext cx="7168776" cy="969198"/>
      </dsp:txXfrm>
    </dsp:sp>
    <dsp:sp modelId="{C9E10F8A-EC70-4A97-8E08-E82ED44993AE}">
      <dsp:nvSpPr>
        <dsp:cNvPr id="0" name=""/>
        <dsp:cNvSpPr/>
      </dsp:nvSpPr>
      <dsp:spPr>
        <a:xfrm>
          <a:off x="0" y="1540848"/>
          <a:ext cx="7273638" cy="10740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Futures:</a:t>
          </a:r>
          <a:r>
            <a:rPr lang="en-GB" sz="2700" kern="1200"/>
            <a:t> represent results of asynchronous computations</a:t>
          </a:r>
          <a:endParaRPr lang="en-US" sz="2700" kern="1200"/>
        </a:p>
      </dsp:txBody>
      <dsp:txXfrm>
        <a:off x="52431" y="1593279"/>
        <a:ext cx="7168776" cy="969198"/>
      </dsp:txXfrm>
    </dsp:sp>
    <dsp:sp modelId="{607B9C3A-16C2-4526-8997-61F5815FAF2A}">
      <dsp:nvSpPr>
        <dsp:cNvPr id="0" name=""/>
        <dsp:cNvSpPr/>
      </dsp:nvSpPr>
      <dsp:spPr>
        <a:xfrm>
          <a:off x="0" y="2692668"/>
          <a:ext cx="7273638" cy="10740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Both improve efficiency, responsiveness, and maintainability in modern systems</a:t>
          </a:r>
          <a:endParaRPr lang="en-US" sz="2700" kern="1200"/>
        </a:p>
      </dsp:txBody>
      <dsp:txXfrm>
        <a:off x="52431" y="2745099"/>
        <a:ext cx="7168776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Concurrency is about **dealing with many tasks at once**, not necessarily executing them simultaneously.  The CPU switches quickly between tasks working on each one for short periods of time — this is called **context switching**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concurrent task runs in its own thread or asynchronous context.  The CPU jumps between them, saving and restoring their states — that’s **context switching** - which creates the illusion that the tasks progress simultaneously , though they are not. Context Switching comes with overhead, CPU must save and restore each task, which takes time. Excessive Content Switching can cause poor </a:t>
            </a:r>
            <a:r>
              <a:rPr lang="en-GB" dirty="0" err="1"/>
              <a:t>performance.Example</a:t>
            </a:r>
            <a:r>
              <a:rPr lang="en-GB" dirty="0"/>
              <a:t>: one chef makes a couple of dishes and keep alternating between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99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Parallelism is when multiple tasks truly run **at the same time** — each on a different core.  The main goal is **speeding up heavy computations** by splitting work into independent subtasks.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9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program divides a big job into smaller ones that can run simultaneously.   Each subtask runs on a separate core, and then results are combined.  Think of it as having multiple workers doing different parts of a job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456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Concurrency shines when many operations wait on external resources — like user input or APIs.  Parallelism shines when you can divide a computation-heavy task into independent parts.  The best systems often use **both**, depending on the workload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969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sum up — concurrency and parallelism are not the same, but they work hand-in-hand.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74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abstractions let programs perform time-consuming operations — like file access or network calls — without freezing the main thread. They remove the complexity of using synchronization primitives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120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future is a read-only object that represents a value which will become available later.  You access the result through the `get()` method — it waits if the computation isn’t done, and throws an exception if it failed. A future acts like a “receipt” for a computation — you don’t have the result yet, but you know it’s coming.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7178-E230-0E43-42BD-6620B54A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0DFCB-ADE6-7F73-06DE-2BDDED4CD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2E08B-CD3B-9E0C-F9ED-9E1D84061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promise is the write side of the mechanism. When you create a promise, it comes with a future.  Another thread or function uses the promise to provide the result — fulfilling it makes the future’s value available. A promise guarantees that some computation will eventually provide a value.  You can think of the promise as the “supplier” and the future as the “receiver.”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7193-E645-4B26-E57B-CA4C04880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79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main thread holds the future, while a worker thread completes the promise.  When the worker calls `complete()`, the value becomes available for `get()`.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0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Futures are perfect for background tasks.  For instance, in a text editor — load the rest of the file while the user edits the first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522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computation runs in its own thread. The main thread only waits when combining results.  This structure improves performance for CPU-intensive or I/O-bound operations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092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a thread fails, exceptions can be passed through the promise to the future, allowing structured error propagation rather than raw thread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38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abstractions simplify concurrent programming. They keep code readable and structured, while allowing efficient use of system resources. Futures are about retrieving data; promises are about supplying it.  Async tools combine both concepts and automate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036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Futures and promises help manage asynchronous tasks elegantly.  They turn multithreaded communication into a structured and predictable process — vital for modern concurrent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82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/>
          <a:lstStyle/>
          <a:p>
            <a:r>
              <a:rPr lang="en-US" dirty="0"/>
              <a:t>Concurrent tasks. Futures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>
            <a:normAutofit/>
          </a:bodyPr>
          <a:lstStyle/>
          <a:p>
            <a:r>
              <a:rPr lang="en-US" sz="4000" b="1" dirty="0"/>
              <a:t>contents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3865D-FD40-654A-895D-8F69980CAF38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400" y="3208956"/>
            <a:ext cx="394024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Concurrent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Futures and Promises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Brief comparisons: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Concurrent vs Parallel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Futures vs Promises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/>
          <a:lstStyle/>
          <a:p>
            <a:r>
              <a:rPr lang="en-US" dirty="0"/>
              <a:t>Concurrent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4B4AD6-F4EA-AD9D-523F-AFF0A6824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46" y="0"/>
            <a:ext cx="7391454" cy="412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Are Concurrent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7696706" cy="3747180"/>
          </a:xfrm>
        </p:spPr>
        <p:txBody>
          <a:bodyPr>
            <a:normAutofit/>
          </a:bodyPr>
          <a:lstStyle/>
          <a:p>
            <a:r>
              <a:rPr lang="en-GB" cap="none" dirty="0"/>
              <a:t>Concurrency = multiple tasks making progress at the same time</a:t>
            </a:r>
          </a:p>
          <a:p>
            <a:r>
              <a:rPr lang="en-GB" cap="none" dirty="0"/>
              <a:t>Tasks share the same CPU, switching between them rapidly</a:t>
            </a:r>
          </a:p>
          <a:p>
            <a:r>
              <a:rPr lang="en-GB" cap="none" dirty="0"/>
              <a:t>Focus: structure and responsiveness, not simultaneous execution</a:t>
            </a:r>
          </a:p>
          <a:p>
            <a:r>
              <a:rPr lang="en-GB" cap="none" dirty="0"/>
              <a:t>Often used for I/O-bound operations</a:t>
            </a:r>
            <a:endParaRPr lang="en-US" cap="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8A94B-8F3E-B757-76C8-349E569B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8" y="4058349"/>
            <a:ext cx="8320921" cy="133134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94EE-3DCA-CF6B-A0D0-A0CCC44A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675" y="375285"/>
            <a:ext cx="5211003" cy="2799657"/>
          </a:xfrm>
        </p:spPr>
        <p:txBody>
          <a:bodyPr/>
          <a:lstStyle/>
          <a:p>
            <a:r>
              <a:rPr lang="en-US" dirty="0"/>
              <a:t>How Concurrent Tasks Work?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02347F5-FB00-7F3B-0D7A-B67334C0C59D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6191251" y="3382839"/>
            <a:ext cx="46529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2400" dirty="0">
                <a:latin typeface="+mj-lt"/>
              </a:rPr>
              <a:t>Managed via threads or async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2400" dirty="0">
                <a:latin typeface="+mj-lt"/>
              </a:rPr>
              <a:t>CPU performs context switching between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2400" dirty="0">
                <a:latin typeface="+mj-lt"/>
              </a:rPr>
              <a:t>Each task maintains its own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2400" dirty="0">
                <a:latin typeface="+mj-lt"/>
              </a:rPr>
              <a:t>Overhead: saving/restoring state</a:t>
            </a:r>
            <a:endParaRPr lang="en-US" altLang="en-US" sz="2400" dirty="0">
              <a:latin typeface="+mj-lt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DFAA4BCC-D081-B52D-6A8C-86F13AF723B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0" t="2649" r="150" b="4451"/>
          <a:stretch>
            <a:fillRect/>
          </a:stretch>
        </p:blipFill>
        <p:spPr bwMode="auto">
          <a:xfrm>
            <a:off x="0" y="0"/>
            <a:ext cx="5543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7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BF73-69CF-15FC-C647-F1F400F7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are parallel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F25ED-B628-1AC1-06E6-B5E1DB95D0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/>
          <a:p>
            <a:r>
              <a:rPr lang="en-GB" dirty="0"/>
              <a:t>Parallelism = multiple tasks executing at the same time</a:t>
            </a:r>
          </a:p>
          <a:p>
            <a:r>
              <a:rPr lang="en-GB" dirty="0"/>
              <a:t>Requires multiple CPU cores</a:t>
            </a:r>
          </a:p>
          <a:p>
            <a:r>
              <a:rPr lang="en-GB" dirty="0"/>
              <a:t>Focus: performance and speed</a:t>
            </a:r>
          </a:p>
          <a:p>
            <a:r>
              <a:rPr lang="en-GB" dirty="0"/>
              <a:t>Ideal for CPU-bound computations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5396512-59AB-8BE2-F920-020D6F23BCF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4602310" y="2111004"/>
            <a:ext cx="6751489" cy="3561411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18CB-5BD2-3A47-CA21-8B3AC5902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9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AA64-799A-9D55-E58B-EA52298B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6C8B-F657-4BAF-B738-A2BD31A3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675" y="375285"/>
            <a:ext cx="5211003" cy="2799657"/>
          </a:xfrm>
        </p:spPr>
        <p:txBody>
          <a:bodyPr/>
          <a:lstStyle/>
          <a:p>
            <a:r>
              <a:rPr lang="en-US" dirty="0"/>
              <a:t>How Parallel Tasks Work?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3F4EE7A-67E2-5F27-6C65-738370FD1835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6191251" y="3567505"/>
            <a:ext cx="46529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+mj-lt"/>
              </a:rPr>
              <a:t>Tasks are divided into independent subtasks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+mj-lt"/>
              </a:rPr>
              <a:t>Each core executes one subtask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+mj-lt"/>
              </a:rPr>
              <a:t>Combines results for final output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2400" dirty="0">
                <a:latin typeface="+mj-lt"/>
              </a:rPr>
              <a:t>Common in data analysis, rendering, ML training</a:t>
            </a:r>
            <a:endParaRPr lang="en-US" altLang="en-US" sz="2400" dirty="0">
              <a:latin typeface="+mj-lt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CA6A9B-622A-5D03-1DE8-6F1DBD46DCDF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0" t="2649" r="150" b="4451"/>
          <a:stretch>
            <a:fillRect/>
          </a:stretch>
        </p:blipFill>
        <p:spPr bwMode="auto">
          <a:xfrm>
            <a:off x="-259882" y="-134754"/>
            <a:ext cx="5543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60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7A12-1368-C6A2-DCC2-915D619A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Quick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0B84D-E945-A563-53A1-72976347A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2139A463-4C1A-2EB8-E9DE-44C1F992DAA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77796899"/>
              </p:ext>
            </p:extLst>
          </p:nvPr>
        </p:nvGraphicFramePr>
        <p:xfrm>
          <a:off x="914399" y="1667714"/>
          <a:ext cx="9395107" cy="4256218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917365">
                  <a:extLst>
                    <a:ext uri="{9D8B030D-6E8A-4147-A177-3AD203B41FA5}">
                      <a16:colId xmlns:a16="http://schemas.microsoft.com/office/drawing/2014/main" val="1441717452"/>
                    </a:ext>
                  </a:extLst>
                </a:gridCol>
                <a:gridCol w="3738871">
                  <a:extLst>
                    <a:ext uri="{9D8B030D-6E8A-4147-A177-3AD203B41FA5}">
                      <a16:colId xmlns:a16="http://schemas.microsoft.com/office/drawing/2014/main" val="4176226598"/>
                    </a:ext>
                  </a:extLst>
                </a:gridCol>
                <a:gridCol w="3738871">
                  <a:extLst>
                    <a:ext uri="{9D8B030D-6E8A-4147-A177-3AD203B41FA5}">
                      <a16:colId xmlns:a16="http://schemas.microsoft.com/office/drawing/2014/main" val="3517078311"/>
                    </a:ext>
                  </a:extLst>
                </a:gridCol>
              </a:tblGrid>
              <a:tr h="48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Feature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Concurrency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Parallelism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2525511672"/>
                  </a:ext>
                </a:extLst>
              </a:tr>
              <a:tr h="820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Meaning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Managing multiple tasks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Executing multiple tasks simultaneously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3054060792"/>
                  </a:ext>
                </a:extLst>
              </a:tr>
              <a:tr h="48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CPU cores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1 or more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2 or more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584587687"/>
                  </a:ext>
                </a:extLst>
              </a:tr>
              <a:tr h="48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Goal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Responsiveness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Performance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1702241450"/>
                  </a:ext>
                </a:extLst>
              </a:tr>
              <a:tr h="48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Ideal for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I/O-bound tasks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CPU-bound tasks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3790580511"/>
                  </a:ext>
                </a:extLst>
              </a:tr>
              <a:tr h="148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/>
                        <a:t>Usage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Web Servers; GUI Responsiveness; I/O-heavy apps</a:t>
                      </a:r>
                    </a:p>
                  </a:txBody>
                  <a:tcPr marL="94312" marR="94312" marT="47156" marB="47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Scientific simulations; Video or Image rendering; Machine Learning</a:t>
                      </a:r>
                    </a:p>
                  </a:txBody>
                  <a:tcPr marL="94312" marR="94312" marT="47156" marB="47156" anchor="ctr"/>
                </a:tc>
                <a:extLst>
                  <a:ext uri="{0D108BD9-81ED-4DB2-BD59-A6C34878D82A}">
                    <a16:rowId xmlns:a16="http://schemas.microsoft.com/office/drawing/2014/main" val="13489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3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E54B-D13A-DAA2-139E-AFF98798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Recap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A688C-26F5-2B80-3914-35621F731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0218B562-8928-0F59-0B7A-C3ED0FF17375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3183377377"/>
              </p:ext>
            </p:extLst>
          </p:nvPr>
        </p:nvGraphicFramePr>
        <p:xfrm>
          <a:off x="1323589" y="1968587"/>
          <a:ext cx="6675437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0086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/>
          <a:p>
            <a:r>
              <a:rPr lang="en-US" dirty="0"/>
              <a:t>Futures and promises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C72A-B1ED-3F41-AD2B-5401EFE3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anchor="ctr">
            <a:normAutofit/>
          </a:bodyPr>
          <a:lstStyle/>
          <a:p>
            <a:r>
              <a:rPr lang="en-US" b="1" dirty="0"/>
              <a:t>Why Futures and promises?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A4D71-94C7-868C-999F-0C2238E6F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CDA44A0-6B2C-8594-E7DB-69DAE0853213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903804973"/>
              </p:ext>
            </p:extLst>
          </p:nvPr>
        </p:nvGraphicFramePr>
        <p:xfrm>
          <a:off x="923545" y="2009775"/>
          <a:ext cx="10354052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38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US" sz="3600" b="1" dirty="0" err="1"/>
              <a:t>Terminology:Futures</a:t>
            </a:r>
            <a:endParaRPr lang="en-US" sz="3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E665B99-65EF-C8E5-953E-DBCD377C1FE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373086721"/>
              </p:ext>
            </p:extLst>
          </p:nvPr>
        </p:nvGraphicFramePr>
        <p:xfrm>
          <a:off x="914398" y="1594257"/>
          <a:ext cx="9453565" cy="441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175E-9088-7E24-E008-A64361D9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8EDF-C4F0-7BB8-4D2F-06D64832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Terminology: Promises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1FA9F-022E-E298-F755-CDD94FA25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BC55DA5-25E0-FF64-5358-B0CA505CB8C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125925847"/>
              </p:ext>
            </p:extLst>
          </p:nvPr>
        </p:nvGraphicFramePr>
        <p:xfrm>
          <a:off x="914398" y="1594257"/>
          <a:ext cx="9453565" cy="441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868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E436-700E-5B41-99AA-2CA1ADE6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US" b="1" dirty="0"/>
              <a:t>How do they Work Together?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A165-E865-EDAA-4426-E9DF67B456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1800" dirty="0"/>
              <a:t>A </a:t>
            </a:r>
            <a:r>
              <a:rPr lang="en-GB" sz="1800" b="1" dirty="0"/>
              <a:t>Promise</a:t>
            </a:r>
            <a:r>
              <a:rPr lang="en-GB" sz="1800" dirty="0"/>
              <a:t> is created.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It automatically generates an </a:t>
            </a:r>
            <a:r>
              <a:rPr lang="en-GB" sz="1800" b="1" dirty="0"/>
              <a:t>associated Future</a:t>
            </a:r>
            <a:r>
              <a:rPr lang="en-GB" sz="18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The Promise is passed to a worker thread or async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The worker </a:t>
            </a:r>
            <a:r>
              <a:rPr lang="en-GB" sz="1800" b="1" dirty="0"/>
              <a:t>sets the result</a:t>
            </a:r>
            <a:r>
              <a:rPr lang="en-GB" sz="1800" dirty="0"/>
              <a:t> on the Promise.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The Future becomes </a:t>
            </a:r>
            <a:r>
              <a:rPr lang="en-GB" sz="1800" b="1" dirty="0"/>
              <a:t>ready</a:t>
            </a:r>
            <a:r>
              <a:rPr lang="en-GB" sz="1800" dirty="0"/>
              <a:t>, and get() retrieves the value.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3E8EE-E38C-DED1-F390-8D76BAB60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10" y="2524534"/>
            <a:ext cx="6751489" cy="273435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10A28-2E20-65F5-AC24-FC0CA5471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79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0721-6694-204B-B50E-E7DD1BF4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b="1"/>
              <a:t>When to Use Futures and Promises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82327-2EC7-0422-7AF3-0E3AE6DD1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6D3D352-032C-4D01-969E-6A580C91A1D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201815235"/>
              </p:ext>
            </p:extLst>
          </p:nvPr>
        </p:nvGraphicFramePr>
        <p:xfrm>
          <a:off x="914399" y="2011363"/>
          <a:ext cx="7273638" cy="4155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9894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F09D-A273-9B88-B67D-3006BC81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baseline="0">
                <a:latin typeface="+mj-lt"/>
                <a:ea typeface="+mj-ea"/>
                <a:cs typeface="+mj-cs"/>
              </a:rPr>
              <a:t>Example: Parallel Computation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6B1F7-0190-3EB2-5A52-FAE932E3623A}"/>
              </a:ext>
            </a:extLst>
          </p:cNvPr>
          <p:cNvSpPr txBox="1"/>
          <p:nvPr/>
        </p:nvSpPr>
        <p:spPr>
          <a:xfrm>
            <a:off x="914398" y="2022250"/>
            <a:ext cx="5181601" cy="391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</a:pPr>
            <a:r>
              <a:rPr lang="en-US" sz="2400" dirty="0"/>
              <a:t>Run multiple independent computations and combine results.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F740C-8568-51C1-F715-1AEC819D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42" y="3221596"/>
            <a:ext cx="9547095" cy="2076492"/>
          </a:xfrm>
          <a:prstGeom prst="rect">
            <a:avLst/>
          </a:pr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9C7D1F8-4E20-BAE0-2FC9-A12945E56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31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0A1B-B13F-F10B-F883-1D3A2584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anchor="ctr">
            <a:normAutofit/>
          </a:bodyPr>
          <a:lstStyle/>
          <a:p>
            <a:r>
              <a:rPr lang="en-GB" b="1" dirty="0"/>
              <a:t>Exception Handling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80CD241-6F1E-8C21-EC93-2951CDC88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E37E03F-734E-3839-83CF-59DE7E64D7C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077238562"/>
              </p:ext>
            </p:extLst>
          </p:nvPr>
        </p:nvGraphicFramePr>
        <p:xfrm>
          <a:off x="923545" y="2009775"/>
          <a:ext cx="10354052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35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2FFA-900C-B3A6-9C68-E9B3CF47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anchor="ctr">
            <a:normAutofit/>
          </a:bodyPr>
          <a:lstStyle/>
          <a:p>
            <a:r>
              <a:rPr lang="en-US" b="1"/>
              <a:t>Benefits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EDF6-4D28-DC0D-2640-D078E73836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/>
          <a:p>
            <a:r>
              <a:rPr lang="en-GB" dirty="0"/>
              <a:t>Improved </a:t>
            </a:r>
            <a:r>
              <a:rPr lang="en-GB" b="1" dirty="0"/>
              <a:t>responsiveness</a:t>
            </a:r>
            <a:r>
              <a:rPr lang="en-GB" dirty="0"/>
              <a:t> and </a:t>
            </a:r>
            <a:r>
              <a:rPr lang="en-GB" b="1" dirty="0"/>
              <a:t>resource usage</a:t>
            </a:r>
            <a:endParaRPr lang="en-GB" dirty="0"/>
          </a:p>
          <a:p>
            <a:r>
              <a:rPr lang="en-GB" dirty="0"/>
              <a:t>Cleaner asynchronous code without manual synchronization</a:t>
            </a:r>
          </a:p>
          <a:p>
            <a:r>
              <a:rPr lang="en-GB" dirty="0"/>
              <a:t>Built-in </a:t>
            </a:r>
            <a:r>
              <a:rPr lang="en-GB" b="1" dirty="0"/>
              <a:t>error propagation</a:t>
            </a:r>
            <a:r>
              <a:rPr lang="en-GB" dirty="0"/>
              <a:t> and </a:t>
            </a:r>
            <a:r>
              <a:rPr lang="en-GB" b="1" dirty="0"/>
              <a:t>result handling</a:t>
            </a:r>
            <a:endParaRPr lang="en-GB" dirty="0"/>
          </a:p>
          <a:p>
            <a:r>
              <a:rPr lang="en-GB" dirty="0"/>
              <a:t>Encourages </a:t>
            </a:r>
            <a:r>
              <a:rPr lang="en-GB" b="1" dirty="0"/>
              <a:t>modular</a:t>
            </a:r>
            <a:r>
              <a:rPr lang="en-GB" dirty="0"/>
              <a:t> and </a:t>
            </a:r>
            <a:r>
              <a:rPr lang="en-GB" b="1" dirty="0"/>
              <a:t>composable</a:t>
            </a:r>
            <a:r>
              <a:rPr lang="en-GB" dirty="0"/>
              <a:t> design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D589-CE01-8BB4-D09D-44563FC84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9B3F25F-67E7-DC9E-5E9F-84765157549E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3388742460"/>
              </p:ext>
            </p:extLst>
          </p:nvPr>
        </p:nvGraphicFramePr>
        <p:xfrm>
          <a:off x="4602163" y="1530417"/>
          <a:ext cx="6675439" cy="3626896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  <a:tableStyleId>{8799B23B-EC83-4686-B30A-512413B5E67A}</a:tableStyleId>
              </a:tblPr>
              <a:tblGrid>
                <a:gridCol w="982149">
                  <a:extLst>
                    <a:ext uri="{9D8B030D-6E8A-4147-A177-3AD203B41FA5}">
                      <a16:colId xmlns:a16="http://schemas.microsoft.com/office/drawing/2014/main" val="3798587742"/>
                    </a:ext>
                  </a:extLst>
                </a:gridCol>
                <a:gridCol w="2417610">
                  <a:extLst>
                    <a:ext uri="{9D8B030D-6E8A-4147-A177-3AD203B41FA5}">
                      <a16:colId xmlns:a16="http://schemas.microsoft.com/office/drawing/2014/main" val="2749364556"/>
                    </a:ext>
                  </a:extLst>
                </a:gridCol>
                <a:gridCol w="3275680">
                  <a:extLst>
                    <a:ext uri="{9D8B030D-6E8A-4147-A177-3AD203B41FA5}">
                      <a16:colId xmlns:a16="http://schemas.microsoft.com/office/drawing/2014/main" val="1196922238"/>
                    </a:ext>
                  </a:extLst>
                </a:gridCol>
              </a:tblGrid>
              <a:tr h="639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Concept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Example (Java)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3934"/>
                  </a:ext>
                </a:extLst>
              </a:tr>
              <a:tr h="99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Future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bg1"/>
                          </a:solidFill>
                        </a:rPr>
                        <a:t>Read-only placeholder for a value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</a:rPr>
                        <a:t>Future&lt;Integer&gt; f = </a:t>
                      </a:r>
                      <a:r>
                        <a:rPr lang="en-US" sz="1800" cap="none" spc="0" dirty="0" err="1">
                          <a:solidFill>
                            <a:schemeClr val="bg1"/>
                          </a:solidFill>
                        </a:rPr>
                        <a:t>executor.submit</a:t>
                      </a:r>
                      <a:r>
                        <a:rPr lang="en-US" sz="1800" cap="none" spc="0" dirty="0">
                          <a:solidFill>
                            <a:schemeClr val="bg1"/>
                          </a:solidFill>
                        </a:rPr>
                        <a:t>(...)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32656"/>
                  </a:ext>
                </a:extLst>
              </a:tr>
              <a:tr h="99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Promise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bg1"/>
                          </a:solidFill>
                        </a:rPr>
                        <a:t>Write-end used to fulfill the value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CompletableFuture.complete()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587983"/>
                  </a:ext>
                </a:extLst>
              </a:tr>
              <a:tr h="99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Async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</a:rPr>
                        <a:t>High-level abstraction managing both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 err="1">
                          <a:solidFill>
                            <a:schemeClr val="bg1"/>
                          </a:solidFill>
                        </a:rPr>
                        <a:t>CompletableFuture.supplyAsync</a:t>
                      </a:r>
                      <a:r>
                        <a:rPr lang="en-US" sz="1800" cap="none" spc="0" dirty="0">
                          <a:solidFill>
                            <a:schemeClr val="bg1"/>
                          </a:solidFill>
                        </a:rPr>
                        <a:t>(...)</a:t>
                      </a:r>
                    </a:p>
                  </a:txBody>
                  <a:tcPr marL="41790" marR="41790" marT="115478" marB="208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029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70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1E73-D1FE-1E6E-C27F-C3B1F550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sz="4400" b="1" dirty="0"/>
              <a:t>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AF8F-CA2C-A7FA-DE34-801E90E37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87FC9ED-B426-F92C-0D36-2481D7ACF76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89866758"/>
              </p:ext>
            </p:extLst>
          </p:nvPr>
        </p:nvGraphicFramePr>
        <p:xfrm>
          <a:off x="914399" y="1650733"/>
          <a:ext cx="8316228" cy="4516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360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b="1" dirty="0"/>
              <a:t>Brief Comparison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2EE5D6E7-8306-54E8-220A-099D3B755FF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99520894"/>
              </p:ext>
            </p:extLst>
          </p:nvPr>
        </p:nvGraphicFramePr>
        <p:xfrm>
          <a:off x="914399" y="2095578"/>
          <a:ext cx="7273640" cy="398732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394316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2629990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3249334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</a:tblGrid>
              <a:tr h="501063">
                <a:tc>
                  <a:txBody>
                    <a:bodyPr/>
                    <a:lstStyle/>
                    <a:p>
                      <a:pPr algn="l"/>
                      <a:endParaRPr lang="en-US" sz="16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ru-RU" sz="16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7616" marR="110195" marT="105858" marB="105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Analogy</a:t>
                      </a:r>
                      <a:endParaRPr lang="ru-RU" sz="16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7616" marR="110195" marT="105858" marB="105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48065"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Concurrent Tasks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Multiple tasks progressing during overlapping times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Like multitasking one CPU core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995068"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Parallel Tasks</a:t>
                      </a:r>
                      <a:endParaRPr lang="ru-RU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Multiple tasks executed truly at the same time on multiple cores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Like several people working simultaneously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995068"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Futures</a:t>
                      </a:r>
                      <a:endParaRPr lang="ru-RU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Placeholder for a result of an asynchronous computation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Like a receipt for an order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48065"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Promises</a:t>
                      </a:r>
                      <a:endParaRPr lang="ru-RU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The write-end that </a:t>
                      </a:r>
                      <a:r>
                        <a:rPr lang="en-GB" sz="1600" cap="none" spc="0" err="1">
                          <a:solidFill>
                            <a:schemeClr val="tx1"/>
                          </a:solidFill>
                        </a:rPr>
                        <a:t>fulfills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 or rejects a future</a:t>
                      </a:r>
                    </a:p>
                  </a:txBody>
                  <a:tcPr marL="137616" marR="105858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Like the chef who prepares the meal</a:t>
                      </a:r>
                      <a:endParaRPr lang="ru-RU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616" marR="110195" marT="105858" marB="10585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b="1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C577D8F-D295-D2CB-90F9-8370FDC6DF7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48316924"/>
              </p:ext>
            </p:extLst>
          </p:nvPr>
        </p:nvGraphicFramePr>
        <p:xfrm>
          <a:off x="914399" y="2011363"/>
          <a:ext cx="7273638" cy="4155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352" y="3912627"/>
            <a:ext cx="5181600" cy="1145148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45227-5724-4DBF-9712-031B1BFB2C3C}">
  <ds:schemaRefs>
    <ds:schemaRef ds:uri="http://schemas.microsoft.com/sharepoint/v3"/>
    <ds:schemaRef ds:uri="16c05727-aa75-4e4a-9b5f-8a80a1165891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230e9df3-be65-4c73-a93b-d1236ebd677e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876</TotalTime>
  <Words>1385</Words>
  <Application>Microsoft Office PowerPoint</Application>
  <PresentationFormat>Widescreen</PresentationFormat>
  <Paragraphs>186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Tenorite</vt:lpstr>
      <vt:lpstr>Custom</vt:lpstr>
      <vt:lpstr>Concurrent tasks. Futures </vt:lpstr>
      <vt:lpstr>contents</vt:lpstr>
      <vt:lpstr>Concurrent tasks</vt:lpstr>
      <vt:lpstr>What Are Concurrent Tasks?</vt:lpstr>
      <vt:lpstr>How Concurrent Tasks Work?</vt:lpstr>
      <vt:lpstr>What are parallel Tasks?</vt:lpstr>
      <vt:lpstr>How Parallel Tasks Work?</vt:lpstr>
      <vt:lpstr>Quick Comparison</vt:lpstr>
      <vt:lpstr>Recap</vt:lpstr>
      <vt:lpstr>Futures and promises</vt:lpstr>
      <vt:lpstr>Why Futures and promises?</vt:lpstr>
      <vt:lpstr>Terminology:Futures</vt:lpstr>
      <vt:lpstr>Terminology: Promises</vt:lpstr>
      <vt:lpstr>How do they Work Together?</vt:lpstr>
      <vt:lpstr>When to Use Futures and Promises</vt:lpstr>
      <vt:lpstr>Example: Parallel Computation</vt:lpstr>
      <vt:lpstr>Exception Handling</vt:lpstr>
      <vt:lpstr>Benefits </vt:lpstr>
      <vt:lpstr>Recap</vt:lpstr>
      <vt:lpstr>Brief Comparison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Caraman</dc:creator>
  <cp:lastModifiedBy>Mihai Caraman</cp:lastModifiedBy>
  <cp:revision>4</cp:revision>
  <dcterms:created xsi:type="dcterms:W3CDTF">2025-11-12T16:11:01Z</dcterms:created>
  <dcterms:modified xsi:type="dcterms:W3CDTF">2025-11-13T16:29:40Z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